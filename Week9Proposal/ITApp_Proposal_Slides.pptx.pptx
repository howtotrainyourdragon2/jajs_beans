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ileron" charset="1" panose="00000500000000000000"/>
      <p:regular r:id="rId24"/>
    </p:embeddedFont>
    <p:embeddedFont>
      <p:font typeface="Arial" charset="1" panose="020B0604020202020204"/>
      <p:regular r:id="rId25"/>
    </p:embeddedFont>
    <p:embeddedFont>
      <p:font typeface="Arial Bold" charset="1" panose="020B070402020202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7.png" Type="http://schemas.openxmlformats.org/officeDocument/2006/relationships/image"/><Relationship Id="rId4" Target="../media/image6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3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7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9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303078" cy="10286998"/>
            <a:chOff x="0" y="0"/>
            <a:chExt cx="24404104" cy="137159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406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404065">
                  <a:moveTo>
                    <a:pt x="0" y="0"/>
                  </a:moveTo>
                  <a:lnTo>
                    <a:pt x="24404065" y="0"/>
                  </a:lnTo>
                  <a:lnTo>
                    <a:pt x="2440406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941137" y="2357097"/>
            <a:ext cx="12420805" cy="2786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7"/>
              </a:lnSpc>
            </a:pPr>
            <a:r>
              <a:rPr lang="en-US" sz="18297">
                <a:gradFill>
                  <a:gsLst>
                    <a:gs pos="0">
                      <a:srgbClr val="A6A6A6">
                        <a:alpha val="60000"/>
                      </a:srgbClr>
                    </a:gs>
                    <a:gs pos="100000">
                      <a:srgbClr val="FFFFFF">
                        <a:alpha val="60000"/>
                      </a:srgbClr>
                    </a:gs>
                  </a:gsLst>
                  <a:lin ang="5400000"/>
                </a:gradFill>
                <a:latin typeface="Aileron"/>
                <a:ea typeface="Aileron"/>
                <a:cs typeface="Aileron"/>
                <a:sym typeface="Aileron"/>
              </a:rPr>
              <a:t>JAJS-Beans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791457" y="2081911"/>
            <a:ext cx="8679732" cy="6352890"/>
          </a:xfrm>
          <a:custGeom>
            <a:avLst/>
            <a:gdLst/>
            <a:ahLst/>
            <a:cxnLst/>
            <a:rect r="r" b="b" t="t" l="l"/>
            <a:pathLst>
              <a:path h="6352890" w="8679732">
                <a:moveTo>
                  <a:pt x="0" y="0"/>
                </a:moveTo>
                <a:lnTo>
                  <a:pt x="8679732" y="0"/>
                </a:lnTo>
                <a:lnTo>
                  <a:pt x="8679732" y="6352890"/>
                </a:lnTo>
                <a:lnTo>
                  <a:pt x="0" y="6352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620" t="-19777" r="-62246" b="-1616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44550" y="5969667"/>
            <a:ext cx="668494" cy="402525"/>
          </a:xfrm>
          <a:custGeom>
            <a:avLst/>
            <a:gdLst/>
            <a:ahLst/>
            <a:cxnLst/>
            <a:rect r="r" b="b" t="t" l="l"/>
            <a:pathLst>
              <a:path h="402525" w="668494">
                <a:moveTo>
                  <a:pt x="0" y="0"/>
                </a:moveTo>
                <a:lnTo>
                  <a:pt x="668494" y="0"/>
                </a:lnTo>
                <a:lnTo>
                  <a:pt x="668494" y="402525"/>
                </a:lnTo>
                <a:lnTo>
                  <a:pt x="0" y="4025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5625" t="-54735" r="-42316" b="-6821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265933" y="719806"/>
            <a:ext cx="1825727" cy="1699515"/>
          </a:xfrm>
          <a:custGeom>
            <a:avLst/>
            <a:gdLst/>
            <a:ahLst/>
            <a:cxnLst/>
            <a:rect r="r" b="b" t="t" l="l"/>
            <a:pathLst>
              <a:path h="1699515" w="1825727">
                <a:moveTo>
                  <a:pt x="0" y="0"/>
                </a:moveTo>
                <a:lnTo>
                  <a:pt x="1825727" y="0"/>
                </a:lnTo>
                <a:lnTo>
                  <a:pt x="1825727" y="1699515"/>
                </a:lnTo>
                <a:lnTo>
                  <a:pt x="0" y="16995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732" t="0" r="-15727" b="-4014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63861" y="4319274"/>
            <a:ext cx="476522" cy="691207"/>
          </a:xfrm>
          <a:custGeom>
            <a:avLst/>
            <a:gdLst/>
            <a:ahLst/>
            <a:cxnLst/>
            <a:rect r="r" b="b" t="t" l="l"/>
            <a:pathLst>
              <a:path h="691207" w="476522">
                <a:moveTo>
                  <a:pt x="0" y="0"/>
                </a:moveTo>
                <a:lnTo>
                  <a:pt x="476522" y="0"/>
                </a:lnTo>
                <a:lnTo>
                  <a:pt x="476522" y="691207"/>
                </a:lnTo>
                <a:lnTo>
                  <a:pt x="0" y="6912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2000"/>
            </a:blip>
            <a:stretch>
              <a:fillRect l="-49922" t="-6037" r="-27948" b="-5620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77450" y="8013481"/>
            <a:ext cx="7202693" cy="198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</a:p>
          <a:p>
            <a:pPr algn="ctr">
              <a:lnSpc>
                <a:spcPts val="3150"/>
              </a:lnSpc>
            </a:pPr>
            <a:r>
              <a:rPr lang="en-US" sz="26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Dhavala Venkata Aarush Avadhani (251333B)</a:t>
            </a:r>
          </a:p>
          <a:p>
            <a:pPr algn="ctr">
              <a:lnSpc>
                <a:spcPts val="3150"/>
              </a:lnSpc>
            </a:pPr>
            <a:r>
              <a:rPr lang="en-US" sz="26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Seth Su Junyi (250996K)</a:t>
            </a:r>
          </a:p>
          <a:p>
            <a:pPr algn="ctr">
              <a:lnSpc>
                <a:spcPts val="3150"/>
              </a:lnSpc>
            </a:pPr>
            <a:r>
              <a:rPr lang="en-US" sz="26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Javen Ho Jun Rui (251250D)</a:t>
            </a:r>
          </a:p>
          <a:p>
            <a:pPr algn="ctr">
              <a:lnSpc>
                <a:spcPts val="3150"/>
              </a:lnSpc>
              <a:spcBef>
                <a:spcPct val="0"/>
              </a:spcBef>
            </a:pPr>
            <a:r>
              <a:rPr lang="en-US" sz="26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Koh Jun Kang(250963M)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AE47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4825" y="952900"/>
            <a:ext cx="16858350" cy="99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7"/>
              </a:lnSpc>
            </a:pPr>
            <a:r>
              <a:rPr lang="en-US" sz="50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Company Background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4825" y="2415425"/>
            <a:ext cx="16858350" cy="863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364345" indent="-682172" lvl="1">
              <a:lnSpc>
                <a:spcPts val="4416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JAJS Beans, established in 1926</a:t>
            </a:r>
          </a:p>
          <a:p>
            <a:pPr algn="just" marL="1364345" indent="-682172" lvl="1">
              <a:lnSpc>
                <a:spcPts val="4416"/>
              </a:lnSpc>
            </a:pPr>
          </a:p>
          <a:p>
            <a:pPr algn="just" marL="1364345" indent="-682172" lvl="1">
              <a:lnSpc>
                <a:spcPts val="4416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company is named after its four founders(Javen, Aarush, Jun Kang and Seth)</a:t>
            </a:r>
          </a:p>
          <a:p>
            <a:pPr algn="just" marL="1364345" indent="-682172" lvl="1">
              <a:lnSpc>
                <a:spcPts val="4416"/>
              </a:lnSpc>
            </a:pPr>
          </a:p>
          <a:p>
            <a:pPr algn="just" marL="1364345" indent="-682172" lvl="1">
              <a:lnSpc>
                <a:spcPts val="4416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JAJS Beans has pivoted and rebranded,</a:t>
            </a:r>
          </a:p>
          <a:p>
            <a:pPr algn="just" marL="1364345" indent="-682172" lvl="1">
              <a:lnSpc>
                <a:spcPts val="4416"/>
              </a:lnSpc>
            </a:pPr>
          </a:p>
          <a:p>
            <a:pPr algn="just" marL="2670632" indent="-1335316" lvl="1">
              <a:lnSpc>
                <a:spcPts val="4416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focusing on electric vehicles (EVs) and low-emission transport solutions for both private consumers and public-sector fleets</a:t>
            </a:r>
          </a:p>
          <a:p>
            <a:pPr algn="just" marL="2670632" indent="-1335316" lvl="1">
              <a:lnSpc>
                <a:spcPts val="4416"/>
              </a:lnSpc>
            </a:pPr>
          </a:p>
          <a:p>
            <a:pPr algn="just" marL="1364345" indent="-682172" lvl="1">
              <a:lnSpc>
                <a:spcPts val="4416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JAJS Beans is committed to improving public understanding and confidence through customer education.</a:t>
            </a:r>
          </a:p>
          <a:p>
            <a:pPr algn="just" marL="1227909" indent="-613954" lvl="1">
              <a:lnSpc>
                <a:spcPts val="3974"/>
              </a:lnSpc>
            </a:pPr>
          </a:p>
          <a:p>
            <a:pPr algn="just" marL="1227909" indent="-613954" lvl="1">
              <a:lnSpc>
                <a:spcPts val="3974"/>
              </a:lnSpc>
            </a:pPr>
          </a:p>
          <a:p>
            <a:pPr algn="just" marL="1227909" indent="-613954" lvl="1">
              <a:lnSpc>
                <a:spcPts val="3974"/>
              </a:lnSpc>
            </a:pPr>
          </a:p>
          <a:p>
            <a:pPr algn="l" marL="1227909" indent="-613954" lvl="1">
              <a:lnSpc>
                <a:spcPts val="397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B64C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4825" y="233416"/>
            <a:ext cx="16858350" cy="99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6"/>
              </a:lnSpc>
            </a:pPr>
            <a:r>
              <a:rPr lang="en-US" sz="60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Issue:</a:t>
            </a:r>
          </a:p>
          <a:p>
            <a:pPr algn="l">
              <a:lnSpc>
                <a:spcPts val="604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00950" y="1234066"/>
            <a:ext cx="16858350" cy="482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292352" indent="-646176" lvl="1">
              <a:lnSpc>
                <a:spcPts val="5472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Consumers don’t realise the benefits of using EVs compared to petrol vehicles.</a:t>
            </a:r>
          </a:p>
          <a:p>
            <a:pPr algn="just" marL="1292352" indent="-646176" lvl="1">
              <a:lnSpc>
                <a:spcPts val="5472"/>
              </a:lnSpc>
            </a:pPr>
          </a:p>
          <a:p>
            <a:pPr algn="just" marL="1292352" indent="-646176" lvl="1">
              <a:lnSpc>
                <a:spcPts val="5472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Don't understand the environmental impacts of their choice of vehicle.</a:t>
            </a:r>
          </a:p>
          <a:p>
            <a:pPr algn="just" marL="1292352" indent="-646176" lvl="1">
              <a:lnSpc>
                <a:spcPts val="5472"/>
              </a:lnSpc>
            </a:pPr>
          </a:p>
          <a:p>
            <a:pPr algn="just" marL="1292352" indent="-646176" lvl="1">
              <a:lnSpc>
                <a:spcPts val="5472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may be hesitant to purchase EVs.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4825" y="6058591"/>
            <a:ext cx="2440311" cy="80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6"/>
              </a:lnSpc>
              <a:spcBef>
                <a:spcPct val="0"/>
              </a:spcBef>
            </a:pPr>
            <a:r>
              <a:rPr lang="en-US" sz="52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Scratch: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4825" y="7066258"/>
            <a:ext cx="16073662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</a:t>
            </a: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ractive pages with factual comparisons focused on key areas between EVs and petrol.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0145" y="9509692"/>
            <a:ext cx="2007691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By: Javen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0306050"/>
            <a:chOff x="0" y="0"/>
            <a:chExt cx="24409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E470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8484625" y="705750"/>
            <a:ext cx="1347150" cy="56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JAJS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145675" y="3369675"/>
            <a:ext cx="7996650" cy="3742050"/>
            <a:chOff x="0" y="0"/>
            <a:chExt cx="10662200" cy="4989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12700"/>
              <a:ext cx="10636758" cy="4964049"/>
            </a:xfrm>
            <a:custGeom>
              <a:avLst/>
              <a:gdLst/>
              <a:ahLst/>
              <a:cxnLst/>
              <a:rect r="r" b="b" t="t" l="l"/>
              <a:pathLst>
                <a:path h="4964049" w="10636758">
                  <a:moveTo>
                    <a:pt x="0" y="0"/>
                  </a:moveTo>
                  <a:lnTo>
                    <a:pt x="10636758" y="0"/>
                  </a:lnTo>
                  <a:lnTo>
                    <a:pt x="10636758" y="4964049"/>
                  </a:lnTo>
                  <a:lnTo>
                    <a:pt x="0" y="4964049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62158" cy="4989449"/>
            </a:xfrm>
            <a:custGeom>
              <a:avLst/>
              <a:gdLst/>
              <a:ahLst/>
              <a:cxnLst/>
              <a:rect r="r" b="b" t="t" l="l"/>
              <a:pathLst>
                <a:path h="4989449" w="10662158">
                  <a:moveTo>
                    <a:pt x="12700" y="0"/>
                  </a:moveTo>
                  <a:lnTo>
                    <a:pt x="10649458" y="0"/>
                  </a:lnTo>
                  <a:cubicBezTo>
                    <a:pt x="10656443" y="0"/>
                    <a:pt x="10662158" y="5715"/>
                    <a:pt x="10662158" y="12700"/>
                  </a:cubicBezTo>
                  <a:lnTo>
                    <a:pt x="10662158" y="4976749"/>
                  </a:lnTo>
                  <a:cubicBezTo>
                    <a:pt x="10662158" y="4983734"/>
                    <a:pt x="10656443" y="4989449"/>
                    <a:pt x="10649458" y="4989449"/>
                  </a:cubicBezTo>
                  <a:lnTo>
                    <a:pt x="12700" y="4989449"/>
                  </a:lnTo>
                  <a:cubicBezTo>
                    <a:pt x="5715" y="4989449"/>
                    <a:pt x="0" y="4983734"/>
                    <a:pt x="0" y="497674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976749"/>
                  </a:lnTo>
                  <a:lnTo>
                    <a:pt x="12700" y="4976749"/>
                  </a:lnTo>
                  <a:lnTo>
                    <a:pt x="12700" y="4964049"/>
                  </a:lnTo>
                  <a:lnTo>
                    <a:pt x="10649458" y="4964049"/>
                  </a:lnTo>
                  <a:lnTo>
                    <a:pt x="10649458" y="4976749"/>
                  </a:lnTo>
                  <a:lnTo>
                    <a:pt x="10636758" y="4976749"/>
                  </a:lnTo>
                  <a:lnTo>
                    <a:pt x="10636758" y="12700"/>
                  </a:lnTo>
                  <a:lnTo>
                    <a:pt x="10649458" y="12700"/>
                  </a:lnTo>
                  <a:lnTo>
                    <a:pt x="1064945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0662200" cy="500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background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09525" y="9231175"/>
            <a:ext cx="2279250" cy="736650"/>
            <a:chOff x="0" y="0"/>
            <a:chExt cx="3039000" cy="982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3013583" cy="956818"/>
            </a:xfrm>
            <a:custGeom>
              <a:avLst/>
              <a:gdLst/>
              <a:ahLst/>
              <a:cxnLst/>
              <a:rect r="r" b="b" t="t" l="l"/>
              <a:pathLst>
                <a:path h="956818" w="3013583">
                  <a:moveTo>
                    <a:pt x="0" y="0"/>
                  </a:moveTo>
                  <a:lnTo>
                    <a:pt x="3013583" y="0"/>
                  </a:lnTo>
                  <a:lnTo>
                    <a:pt x="3013583" y="956818"/>
                  </a:lnTo>
                  <a:lnTo>
                    <a:pt x="0" y="956818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38983" cy="982218"/>
            </a:xfrm>
            <a:custGeom>
              <a:avLst/>
              <a:gdLst/>
              <a:ahLst/>
              <a:cxnLst/>
              <a:rect r="r" b="b" t="t" l="l"/>
              <a:pathLst>
                <a:path h="982218" w="3038983">
                  <a:moveTo>
                    <a:pt x="12700" y="0"/>
                  </a:moveTo>
                  <a:lnTo>
                    <a:pt x="3026283" y="0"/>
                  </a:lnTo>
                  <a:cubicBezTo>
                    <a:pt x="3033268" y="0"/>
                    <a:pt x="3038983" y="5715"/>
                    <a:pt x="3038983" y="12700"/>
                  </a:cubicBezTo>
                  <a:lnTo>
                    <a:pt x="3038983" y="969518"/>
                  </a:lnTo>
                  <a:cubicBezTo>
                    <a:pt x="3038983" y="976503"/>
                    <a:pt x="3033268" y="982218"/>
                    <a:pt x="3026283" y="982218"/>
                  </a:cubicBezTo>
                  <a:lnTo>
                    <a:pt x="12700" y="982218"/>
                  </a:lnTo>
                  <a:cubicBezTo>
                    <a:pt x="5715" y="982218"/>
                    <a:pt x="0" y="976503"/>
                    <a:pt x="0" y="96951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9518"/>
                  </a:lnTo>
                  <a:lnTo>
                    <a:pt x="12700" y="969518"/>
                  </a:lnTo>
                  <a:lnTo>
                    <a:pt x="12700" y="956818"/>
                  </a:lnTo>
                  <a:lnTo>
                    <a:pt x="3026283" y="956818"/>
                  </a:lnTo>
                  <a:lnTo>
                    <a:pt x="3026283" y="969518"/>
                  </a:lnTo>
                  <a:lnTo>
                    <a:pt x="3013583" y="969518"/>
                  </a:lnTo>
                  <a:lnTo>
                    <a:pt x="3013583" y="12700"/>
                  </a:lnTo>
                  <a:lnTo>
                    <a:pt x="3026283" y="12700"/>
                  </a:lnTo>
                  <a:lnTo>
                    <a:pt x="302628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3039000" cy="100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0" y="0"/>
            <a:ext cx="3616250" cy="3616250"/>
            <a:chOff x="0" y="0"/>
            <a:chExt cx="4821667" cy="48216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1682" cy="4821682"/>
            </a:xfrm>
            <a:custGeom>
              <a:avLst/>
              <a:gdLst/>
              <a:ahLst/>
              <a:cxnLst/>
              <a:rect r="r" b="b" t="t" l="l"/>
              <a:pathLst>
                <a:path h="4821682" w="4821682">
                  <a:moveTo>
                    <a:pt x="0" y="0"/>
                  </a:moveTo>
                  <a:lnTo>
                    <a:pt x="4821682" y="0"/>
                  </a:lnTo>
                  <a:lnTo>
                    <a:pt x="4821682" y="4821682"/>
                  </a:lnTo>
                  <a:lnTo>
                    <a:pt x="0" y="4821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04288" y="9396325"/>
            <a:ext cx="1956941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by: Javen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850" y="-15850"/>
            <a:ext cx="18319700" cy="10161500"/>
            <a:chOff x="0" y="0"/>
            <a:chExt cx="24426267" cy="13548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1082" y="21082"/>
              <a:ext cx="24384000" cy="13506450"/>
            </a:xfrm>
            <a:custGeom>
              <a:avLst/>
              <a:gdLst/>
              <a:ahLst/>
              <a:cxnLst/>
              <a:rect r="r" b="b" t="t" l="l"/>
              <a:pathLst>
                <a:path h="135064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506450"/>
                  </a:lnTo>
                  <a:lnTo>
                    <a:pt x="0" y="13506450"/>
                  </a:lnTo>
                  <a:close/>
                </a:path>
              </a:pathLst>
            </a:custGeom>
            <a:solidFill>
              <a:srgbClr val="AE470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6163" cy="13548613"/>
            </a:xfrm>
            <a:custGeom>
              <a:avLst/>
              <a:gdLst/>
              <a:ahLst/>
              <a:cxnLst/>
              <a:rect r="r" b="b" t="t" l="l"/>
              <a:pathLst>
                <a:path h="13548613" w="24426163">
                  <a:moveTo>
                    <a:pt x="21082" y="0"/>
                  </a:moveTo>
                  <a:lnTo>
                    <a:pt x="24405082" y="0"/>
                  </a:lnTo>
                  <a:cubicBezTo>
                    <a:pt x="24416765" y="0"/>
                    <a:pt x="24426163" y="9525"/>
                    <a:pt x="24426163" y="21082"/>
                  </a:cubicBezTo>
                  <a:lnTo>
                    <a:pt x="24426163" y="13527532"/>
                  </a:lnTo>
                  <a:cubicBezTo>
                    <a:pt x="24426163" y="13539215"/>
                    <a:pt x="24416638" y="13548613"/>
                    <a:pt x="24405082" y="13548613"/>
                  </a:cubicBezTo>
                  <a:lnTo>
                    <a:pt x="21082" y="13548613"/>
                  </a:lnTo>
                  <a:cubicBezTo>
                    <a:pt x="9398" y="13548613"/>
                    <a:pt x="0" y="13539088"/>
                    <a:pt x="0" y="13527532"/>
                  </a:cubicBezTo>
                  <a:lnTo>
                    <a:pt x="0" y="21082"/>
                  </a:lnTo>
                  <a:cubicBezTo>
                    <a:pt x="0" y="9525"/>
                    <a:pt x="9525" y="0"/>
                    <a:pt x="21082" y="0"/>
                  </a:cubicBezTo>
                  <a:moveTo>
                    <a:pt x="21082" y="42291"/>
                  </a:moveTo>
                  <a:lnTo>
                    <a:pt x="21082" y="21082"/>
                  </a:lnTo>
                  <a:lnTo>
                    <a:pt x="42291" y="21082"/>
                  </a:lnTo>
                  <a:lnTo>
                    <a:pt x="42291" y="13527532"/>
                  </a:lnTo>
                  <a:lnTo>
                    <a:pt x="21082" y="13527532"/>
                  </a:lnTo>
                  <a:lnTo>
                    <a:pt x="21082" y="13506450"/>
                  </a:lnTo>
                  <a:lnTo>
                    <a:pt x="24405082" y="13506450"/>
                  </a:lnTo>
                  <a:lnTo>
                    <a:pt x="24405082" y="13527532"/>
                  </a:lnTo>
                  <a:lnTo>
                    <a:pt x="24384000" y="13527532"/>
                  </a:lnTo>
                  <a:lnTo>
                    <a:pt x="24384000" y="21082"/>
                  </a:lnTo>
                  <a:lnTo>
                    <a:pt x="24405082" y="21082"/>
                  </a:lnTo>
                  <a:lnTo>
                    <a:pt x="24405082" y="42291"/>
                  </a:lnTo>
                  <a:lnTo>
                    <a:pt x="21082" y="42291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7876183" y="605923"/>
            <a:ext cx="177611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0"/>
              </a:lnSpc>
            </a:pPr>
            <a:r>
              <a:rPr lang="en-US" sz="59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JAJS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339216" y="2451672"/>
            <a:ext cx="4770500" cy="1823300"/>
            <a:chOff x="0" y="0"/>
            <a:chExt cx="6360667" cy="24310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1082" y="21082"/>
              <a:ext cx="6318504" cy="2388870"/>
            </a:xfrm>
            <a:custGeom>
              <a:avLst/>
              <a:gdLst/>
              <a:ahLst/>
              <a:cxnLst/>
              <a:rect r="r" b="b" t="t" l="l"/>
              <a:pathLst>
                <a:path h="2388870" w="6318504">
                  <a:moveTo>
                    <a:pt x="0" y="0"/>
                  </a:moveTo>
                  <a:lnTo>
                    <a:pt x="6318504" y="0"/>
                  </a:lnTo>
                  <a:lnTo>
                    <a:pt x="6318504" y="2388870"/>
                  </a:lnTo>
                  <a:lnTo>
                    <a:pt x="0" y="2388870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60668" cy="2431034"/>
            </a:xfrm>
            <a:custGeom>
              <a:avLst/>
              <a:gdLst/>
              <a:ahLst/>
              <a:cxnLst/>
              <a:rect r="r" b="b" t="t" l="l"/>
              <a:pathLst>
                <a:path h="2431034" w="6360668">
                  <a:moveTo>
                    <a:pt x="21082" y="0"/>
                  </a:moveTo>
                  <a:lnTo>
                    <a:pt x="6339586" y="0"/>
                  </a:lnTo>
                  <a:cubicBezTo>
                    <a:pt x="6351270" y="0"/>
                    <a:pt x="6360668" y="9525"/>
                    <a:pt x="6360668" y="21082"/>
                  </a:cubicBezTo>
                  <a:lnTo>
                    <a:pt x="6360668" y="2409952"/>
                  </a:lnTo>
                  <a:cubicBezTo>
                    <a:pt x="6360668" y="2421636"/>
                    <a:pt x="6351143" y="2431034"/>
                    <a:pt x="6339586" y="2431034"/>
                  </a:cubicBezTo>
                  <a:lnTo>
                    <a:pt x="21082" y="2431034"/>
                  </a:lnTo>
                  <a:cubicBezTo>
                    <a:pt x="9398" y="2431034"/>
                    <a:pt x="0" y="2421509"/>
                    <a:pt x="0" y="2409952"/>
                  </a:cubicBezTo>
                  <a:lnTo>
                    <a:pt x="0" y="21082"/>
                  </a:lnTo>
                  <a:cubicBezTo>
                    <a:pt x="0" y="9525"/>
                    <a:pt x="9525" y="0"/>
                    <a:pt x="21082" y="0"/>
                  </a:cubicBezTo>
                  <a:moveTo>
                    <a:pt x="21082" y="42291"/>
                  </a:moveTo>
                  <a:lnTo>
                    <a:pt x="21082" y="21082"/>
                  </a:lnTo>
                  <a:lnTo>
                    <a:pt x="42291" y="21082"/>
                  </a:lnTo>
                  <a:lnTo>
                    <a:pt x="42291" y="2409952"/>
                  </a:lnTo>
                  <a:lnTo>
                    <a:pt x="21082" y="2409952"/>
                  </a:lnTo>
                  <a:lnTo>
                    <a:pt x="21082" y="2388870"/>
                  </a:lnTo>
                  <a:lnTo>
                    <a:pt x="6339586" y="2388870"/>
                  </a:lnTo>
                  <a:lnTo>
                    <a:pt x="6339586" y="2409952"/>
                  </a:lnTo>
                  <a:lnTo>
                    <a:pt x="6318504" y="2409952"/>
                  </a:lnTo>
                  <a:lnTo>
                    <a:pt x="6318504" y="21082"/>
                  </a:lnTo>
                  <a:lnTo>
                    <a:pt x="6339586" y="21082"/>
                  </a:lnTo>
                  <a:lnTo>
                    <a:pt x="6339586" y="42291"/>
                  </a:lnTo>
                  <a:lnTo>
                    <a:pt x="21082" y="42291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360667" cy="245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2"/>
                </a:lnSpc>
              </a:pPr>
              <a:r>
                <a:rPr lang="en-US" sz="466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INFO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32204" y="5792470"/>
            <a:ext cx="4770500" cy="1823300"/>
            <a:chOff x="0" y="0"/>
            <a:chExt cx="6360667" cy="24310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1082" y="21082"/>
              <a:ext cx="6318504" cy="2388870"/>
            </a:xfrm>
            <a:custGeom>
              <a:avLst/>
              <a:gdLst/>
              <a:ahLst/>
              <a:cxnLst/>
              <a:rect r="r" b="b" t="t" l="l"/>
              <a:pathLst>
                <a:path h="2388870" w="6318504">
                  <a:moveTo>
                    <a:pt x="0" y="0"/>
                  </a:moveTo>
                  <a:lnTo>
                    <a:pt x="6318504" y="0"/>
                  </a:lnTo>
                  <a:lnTo>
                    <a:pt x="6318504" y="2388870"/>
                  </a:lnTo>
                  <a:lnTo>
                    <a:pt x="0" y="2388870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60668" cy="2431034"/>
            </a:xfrm>
            <a:custGeom>
              <a:avLst/>
              <a:gdLst/>
              <a:ahLst/>
              <a:cxnLst/>
              <a:rect r="r" b="b" t="t" l="l"/>
              <a:pathLst>
                <a:path h="2431034" w="6360668">
                  <a:moveTo>
                    <a:pt x="21082" y="0"/>
                  </a:moveTo>
                  <a:lnTo>
                    <a:pt x="6339586" y="0"/>
                  </a:lnTo>
                  <a:cubicBezTo>
                    <a:pt x="6351270" y="0"/>
                    <a:pt x="6360668" y="9525"/>
                    <a:pt x="6360668" y="21082"/>
                  </a:cubicBezTo>
                  <a:lnTo>
                    <a:pt x="6360668" y="2409952"/>
                  </a:lnTo>
                  <a:cubicBezTo>
                    <a:pt x="6360668" y="2421636"/>
                    <a:pt x="6351143" y="2431034"/>
                    <a:pt x="6339586" y="2431034"/>
                  </a:cubicBezTo>
                  <a:lnTo>
                    <a:pt x="21082" y="2431034"/>
                  </a:lnTo>
                  <a:cubicBezTo>
                    <a:pt x="9398" y="2431034"/>
                    <a:pt x="0" y="2421509"/>
                    <a:pt x="0" y="2409952"/>
                  </a:cubicBezTo>
                  <a:lnTo>
                    <a:pt x="0" y="21082"/>
                  </a:lnTo>
                  <a:cubicBezTo>
                    <a:pt x="0" y="9525"/>
                    <a:pt x="9525" y="0"/>
                    <a:pt x="21082" y="0"/>
                  </a:cubicBezTo>
                  <a:moveTo>
                    <a:pt x="21082" y="42291"/>
                  </a:moveTo>
                  <a:lnTo>
                    <a:pt x="21082" y="21082"/>
                  </a:lnTo>
                  <a:lnTo>
                    <a:pt x="42291" y="21082"/>
                  </a:lnTo>
                  <a:lnTo>
                    <a:pt x="42291" y="2409952"/>
                  </a:lnTo>
                  <a:lnTo>
                    <a:pt x="21082" y="2409952"/>
                  </a:lnTo>
                  <a:lnTo>
                    <a:pt x="21082" y="2388870"/>
                  </a:lnTo>
                  <a:lnTo>
                    <a:pt x="6339586" y="2388870"/>
                  </a:lnTo>
                  <a:lnTo>
                    <a:pt x="6339586" y="2409952"/>
                  </a:lnTo>
                  <a:lnTo>
                    <a:pt x="6318504" y="2409952"/>
                  </a:lnTo>
                  <a:lnTo>
                    <a:pt x="6318504" y="21082"/>
                  </a:lnTo>
                  <a:lnTo>
                    <a:pt x="6339586" y="21082"/>
                  </a:lnTo>
                  <a:lnTo>
                    <a:pt x="6339586" y="42291"/>
                  </a:lnTo>
                  <a:lnTo>
                    <a:pt x="21082" y="42291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360667" cy="245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2"/>
                </a:lnSpc>
              </a:pPr>
              <a:r>
                <a:rPr lang="en-US" sz="466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INFO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732204" y="2451672"/>
            <a:ext cx="4770500" cy="1823300"/>
            <a:chOff x="0" y="0"/>
            <a:chExt cx="6360667" cy="24310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1082" y="21082"/>
              <a:ext cx="6318504" cy="2388870"/>
            </a:xfrm>
            <a:custGeom>
              <a:avLst/>
              <a:gdLst/>
              <a:ahLst/>
              <a:cxnLst/>
              <a:rect r="r" b="b" t="t" l="l"/>
              <a:pathLst>
                <a:path h="2388870" w="6318504">
                  <a:moveTo>
                    <a:pt x="0" y="0"/>
                  </a:moveTo>
                  <a:lnTo>
                    <a:pt x="6318504" y="0"/>
                  </a:lnTo>
                  <a:lnTo>
                    <a:pt x="6318504" y="2388870"/>
                  </a:lnTo>
                  <a:lnTo>
                    <a:pt x="0" y="2388870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60668" cy="2431034"/>
            </a:xfrm>
            <a:custGeom>
              <a:avLst/>
              <a:gdLst/>
              <a:ahLst/>
              <a:cxnLst/>
              <a:rect r="r" b="b" t="t" l="l"/>
              <a:pathLst>
                <a:path h="2431034" w="6360668">
                  <a:moveTo>
                    <a:pt x="21082" y="0"/>
                  </a:moveTo>
                  <a:lnTo>
                    <a:pt x="6339586" y="0"/>
                  </a:lnTo>
                  <a:cubicBezTo>
                    <a:pt x="6351270" y="0"/>
                    <a:pt x="6360668" y="9525"/>
                    <a:pt x="6360668" y="21082"/>
                  </a:cubicBezTo>
                  <a:lnTo>
                    <a:pt x="6360668" y="2409952"/>
                  </a:lnTo>
                  <a:cubicBezTo>
                    <a:pt x="6360668" y="2421636"/>
                    <a:pt x="6351143" y="2431034"/>
                    <a:pt x="6339586" y="2431034"/>
                  </a:cubicBezTo>
                  <a:lnTo>
                    <a:pt x="21082" y="2431034"/>
                  </a:lnTo>
                  <a:cubicBezTo>
                    <a:pt x="9398" y="2431034"/>
                    <a:pt x="0" y="2421509"/>
                    <a:pt x="0" y="2409952"/>
                  </a:cubicBezTo>
                  <a:lnTo>
                    <a:pt x="0" y="21082"/>
                  </a:lnTo>
                  <a:cubicBezTo>
                    <a:pt x="0" y="9525"/>
                    <a:pt x="9525" y="0"/>
                    <a:pt x="21082" y="0"/>
                  </a:cubicBezTo>
                  <a:moveTo>
                    <a:pt x="21082" y="42291"/>
                  </a:moveTo>
                  <a:lnTo>
                    <a:pt x="21082" y="21082"/>
                  </a:lnTo>
                  <a:lnTo>
                    <a:pt x="42291" y="21082"/>
                  </a:lnTo>
                  <a:lnTo>
                    <a:pt x="42291" y="2409952"/>
                  </a:lnTo>
                  <a:lnTo>
                    <a:pt x="21082" y="2409952"/>
                  </a:lnTo>
                  <a:lnTo>
                    <a:pt x="21082" y="2388870"/>
                  </a:lnTo>
                  <a:lnTo>
                    <a:pt x="6339586" y="2388870"/>
                  </a:lnTo>
                  <a:lnTo>
                    <a:pt x="6339586" y="2409952"/>
                  </a:lnTo>
                  <a:lnTo>
                    <a:pt x="6318504" y="2409952"/>
                  </a:lnTo>
                  <a:lnTo>
                    <a:pt x="6318504" y="21082"/>
                  </a:lnTo>
                  <a:lnTo>
                    <a:pt x="6339586" y="21082"/>
                  </a:lnTo>
                  <a:lnTo>
                    <a:pt x="6339586" y="42291"/>
                  </a:lnTo>
                  <a:lnTo>
                    <a:pt x="21082" y="42291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360667" cy="245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2"/>
                </a:lnSpc>
              </a:pPr>
              <a:r>
                <a:rPr lang="en-US" sz="466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INFO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39216" y="5792470"/>
            <a:ext cx="4770500" cy="1823300"/>
            <a:chOff x="0" y="0"/>
            <a:chExt cx="6360667" cy="24310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1082" y="21082"/>
              <a:ext cx="6318504" cy="2388870"/>
            </a:xfrm>
            <a:custGeom>
              <a:avLst/>
              <a:gdLst/>
              <a:ahLst/>
              <a:cxnLst/>
              <a:rect r="r" b="b" t="t" l="l"/>
              <a:pathLst>
                <a:path h="2388870" w="6318504">
                  <a:moveTo>
                    <a:pt x="0" y="0"/>
                  </a:moveTo>
                  <a:lnTo>
                    <a:pt x="6318504" y="0"/>
                  </a:lnTo>
                  <a:lnTo>
                    <a:pt x="6318504" y="2388870"/>
                  </a:lnTo>
                  <a:lnTo>
                    <a:pt x="0" y="2388870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60668" cy="2431034"/>
            </a:xfrm>
            <a:custGeom>
              <a:avLst/>
              <a:gdLst/>
              <a:ahLst/>
              <a:cxnLst/>
              <a:rect r="r" b="b" t="t" l="l"/>
              <a:pathLst>
                <a:path h="2431034" w="6360668">
                  <a:moveTo>
                    <a:pt x="21082" y="0"/>
                  </a:moveTo>
                  <a:lnTo>
                    <a:pt x="6339586" y="0"/>
                  </a:lnTo>
                  <a:cubicBezTo>
                    <a:pt x="6351270" y="0"/>
                    <a:pt x="6360668" y="9525"/>
                    <a:pt x="6360668" y="21082"/>
                  </a:cubicBezTo>
                  <a:lnTo>
                    <a:pt x="6360668" y="2409952"/>
                  </a:lnTo>
                  <a:cubicBezTo>
                    <a:pt x="6360668" y="2421636"/>
                    <a:pt x="6351143" y="2431034"/>
                    <a:pt x="6339586" y="2431034"/>
                  </a:cubicBezTo>
                  <a:lnTo>
                    <a:pt x="21082" y="2431034"/>
                  </a:lnTo>
                  <a:cubicBezTo>
                    <a:pt x="9398" y="2431034"/>
                    <a:pt x="0" y="2421509"/>
                    <a:pt x="0" y="2409952"/>
                  </a:cubicBezTo>
                  <a:lnTo>
                    <a:pt x="0" y="21082"/>
                  </a:lnTo>
                  <a:cubicBezTo>
                    <a:pt x="0" y="9525"/>
                    <a:pt x="9525" y="0"/>
                    <a:pt x="21082" y="0"/>
                  </a:cubicBezTo>
                  <a:moveTo>
                    <a:pt x="21082" y="42291"/>
                  </a:moveTo>
                  <a:lnTo>
                    <a:pt x="21082" y="21082"/>
                  </a:lnTo>
                  <a:lnTo>
                    <a:pt x="42291" y="21082"/>
                  </a:lnTo>
                  <a:lnTo>
                    <a:pt x="42291" y="2409952"/>
                  </a:lnTo>
                  <a:lnTo>
                    <a:pt x="21082" y="2409952"/>
                  </a:lnTo>
                  <a:lnTo>
                    <a:pt x="21082" y="2388870"/>
                  </a:lnTo>
                  <a:lnTo>
                    <a:pt x="6339586" y="2388870"/>
                  </a:lnTo>
                  <a:lnTo>
                    <a:pt x="6339586" y="2409952"/>
                  </a:lnTo>
                  <a:lnTo>
                    <a:pt x="6318504" y="2409952"/>
                  </a:lnTo>
                  <a:lnTo>
                    <a:pt x="6318504" y="21082"/>
                  </a:lnTo>
                  <a:lnTo>
                    <a:pt x="6339586" y="21082"/>
                  </a:lnTo>
                  <a:lnTo>
                    <a:pt x="6339586" y="42291"/>
                  </a:lnTo>
                  <a:lnTo>
                    <a:pt x="21082" y="42291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360667" cy="245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2"/>
                </a:lnSpc>
              </a:pPr>
              <a:r>
                <a:rPr lang="en-US" sz="466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INFO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339198" y="8521746"/>
            <a:ext cx="3728300" cy="1036100"/>
            <a:chOff x="0" y="0"/>
            <a:chExt cx="4971067" cy="13814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1082" y="21082"/>
              <a:ext cx="4928870" cy="1339215"/>
            </a:xfrm>
            <a:custGeom>
              <a:avLst/>
              <a:gdLst/>
              <a:ahLst/>
              <a:cxnLst/>
              <a:rect r="r" b="b" t="t" l="l"/>
              <a:pathLst>
                <a:path h="1339215" w="4928870">
                  <a:moveTo>
                    <a:pt x="0" y="0"/>
                  </a:moveTo>
                  <a:lnTo>
                    <a:pt x="4928870" y="0"/>
                  </a:lnTo>
                  <a:lnTo>
                    <a:pt x="4928870" y="1339215"/>
                  </a:lnTo>
                  <a:lnTo>
                    <a:pt x="0" y="1339215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71034" cy="1381379"/>
            </a:xfrm>
            <a:custGeom>
              <a:avLst/>
              <a:gdLst/>
              <a:ahLst/>
              <a:cxnLst/>
              <a:rect r="r" b="b" t="t" l="l"/>
              <a:pathLst>
                <a:path h="1381379" w="4971034">
                  <a:moveTo>
                    <a:pt x="21082" y="0"/>
                  </a:moveTo>
                  <a:lnTo>
                    <a:pt x="4949952" y="0"/>
                  </a:lnTo>
                  <a:cubicBezTo>
                    <a:pt x="4961636" y="0"/>
                    <a:pt x="4971034" y="9525"/>
                    <a:pt x="4971034" y="21082"/>
                  </a:cubicBezTo>
                  <a:lnTo>
                    <a:pt x="4971034" y="1360297"/>
                  </a:lnTo>
                  <a:cubicBezTo>
                    <a:pt x="4971034" y="1371981"/>
                    <a:pt x="4961509" y="1381379"/>
                    <a:pt x="4949952" y="1381379"/>
                  </a:cubicBezTo>
                  <a:lnTo>
                    <a:pt x="21082" y="1381379"/>
                  </a:lnTo>
                  <a:cubicBezTo>
                    <a:pt x="9398" y="1381379"/>
                    <a:pt x="0" y="1371854"/>
                    <a:pt x="0" y="1360297"/>
                  </a:cubicBezTo>
                  <a:lnTo>
                    <a:pt x="0" y="21082"/>
                  </a:lnTo>
                  <a:cubicBezTo>
                    <a:pt x="0" y="9525"/>
                    <a:pt x="9525" y="0"/>
                    <a:pt x="21082" y="0"/>
                  </a:cubicBezTo>
                  <a:moveTo>
                    <a:pt x="21082" y="42291"/>
                  </a:moveTo>
                  <a:lnTo>
                    <a:pt x="21082" y="21082"/>
                  </a:lnTo>
                  <a:lnTo>
                    <a:pt x="42291" y="21082"/>
                  </a:lnTo>
                  <a:lnTo>
                    <a:pt x="42291" y="1360297"/>
                  </a:lnTo>
                  <a:lnTo>
                    <a:pt x="21082" y="1360297"/>
                  </a:lnTo>
                  <a:lnTo>
                    <a:pt x="21082" y="1339215"/>
                  </a:lnTo>
                  <a:lnTo>
                    <a:pt x="4949952" y="1339215"/>
                  </a:lnTo>
                  <a:lnTo>
                    <a:pt x="4949952" y="1360297"/>
                  </a:lnTo>
                  <a:lnTo>
                    <a:pt x="4928870" y="1360297"/>
                  </a:lnTo>
                  <a:lnTo>
                    <a:pt x="4928870" y="21082"/>
                  </a:lnTo>
                  <a:lnTo>
                    <a:pt x="4949952" y="21082"/>
                  </a:lnTo>
                  <a:lnTo>
                    <a:pt x="4949952" y="42291"/>
                  </a:lnTo>
                  <a:lnTo>
                    <a:pt x="21082" y="42291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971067" cy="1400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2"/>
                </a:lnSpc>
              </a:pPr>
              <a:r>
                <a:rPr lang="en-US" sz="466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back</a:t>
              </a:r>
            </a:p>
          </p:txBody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0" y="0"/>
            <a:ext cx="2467500" cy="2467500"/>
            <a:chOff x="0" y="0"/>
            <a:chExt cx="3290000" cy="329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90062" cy="3290062"/>
            </a:xfrm>
            <a:custGeom>
              <a:avLst/>
              <a:gdLst/>
              <a:ahLst/>
              <a:cxnLst/>
              <a:rect r="r" b="b" t="t" l="l"/>
              <a:pathLst>
                <a:path h="3290062" w="3290062">
                  <a:moveTo>
                    <a:pt x="0" y="0"/>
                  </a:moveTo>
                  <a:lnTo>
                    <a:pt x="3290062" y="0"/>
                  </a:lnTo>
                  <a:lnTo>
                    <a:pt x="3290062" y="3290062"/>
                  </a:lnTo>
                  <a:lnTo>
                    <a:pt x="0" y="3290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55279" y="9376189"/>
            <a:ext cx="1956941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by: Javen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AE47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263099"/>
            <a:ext cx="13564437" cy="5760802"/>
            <a:chOff x="0" y="0"/>
            <a:chExt cx="23514080" cy="9986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14081" cy="9986405"/>
            </a:xfrm>
            <a:custGeom>
              <a:avLst/>
              <a:gdLst/>
              <a:ahLst/>
              <a:cxnLst/>
              <a:rect r="r" b="b" t="t" l="l"/>
              <a:pathLst>
                <a:path h="9986405" w="23514081">
                  <a:moveTo>
                    <a:pt x="0" y="0"/>
                  </a:moveTo>
                  <a:lnTo>
                    <a:pt x="23514081" y="0"/>
                  </a:lnTo>
                  <a:lnTo>
                    <a:pt x="23514081" y="9986405"/>
                  </a:lnTo>
                  <a:lnTo>
                    <a:pt x="0" y="99864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3514080" cy="100149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Issue:</a:t>
              </a:r>
            </a:p>
            <a:p>
              <a:pPr algn="l" marL="863601" indent="-431801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Users forget what they learn quickly</a:t>
              </a:r>
            </a:p>
            <a:p>
              <a:pPr algn="l" marL="1727202" indent="-575734" lvl="2">
                <a:lnSpc>
                  <a:spcPts val="4800"/>
                </a:lnSpc>
                <a:buFont typeface="Arial"/>
                <a:buChar char="⚬"/>
              </a:pPr>
              <a:r>
                <a:rPr lang="en-US"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Users may forget what they learn about EVs</a:t>
              </a:r>
            </a:p>
            <a:p>
              <a:pPr algn="l">
                <a:lnSpc>
                  <a:spcPts val="4800"/>
                </a:lnSpc>
              </a:pPr>
            </a:p>
            <a:p>
              <a:pPr algn="l">
                <a:lnSpc>
                  <a:spcPts val="4800"/>
                </a:lnSpc>
              </a:pPr>
            </a:p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Scratch: </a:t>
              </a:r>
            </a:p>
            <a:p>
              <a:pPr algn="l" marL="863601" indent="-431801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 quiz to reinforce learning and correct potential misconceptions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90965" y="257175"/>
            <a:ext cx="470607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</a:t>
            </a: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(Aarush)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850" y="-15850"/>
            <a:ext cx="18574533" cy="10302850"/>
            <a:chOff x="0" y="0"/>
            <a:chExt cx="24426267" cy="13548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1082" y="21082"/>
              <a:ext cx="24384000" cy="13506450"/>
            </a:xfrm>
            <a:custGeom>
              <a:avLst/>
              <a:gdLst/>
              <a:ahLst/>
              <a:cxnLst/>
              <a:rect r="r" b="b" t="t" l="l"/>
              <a:pathLst>
                <a:path h="135064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506450"/>
                  </a:lnTo>
                  <a:lnTo>
                    <a:pt x="0" y="13506450"/>
                  </a:lnTo>
                  <a:close/>
                </a:path>
              </a:pathLst>
            </a:custGeom>
            <a:solidFill>
              <a:srgbClr val="AE470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6163" cy="13548613"/>
            </a:xfrm>
            <a:custGeom>
              <a:avLst/>
              <a:gdLst/>
              <a:ahLst/>
              <a:cxnLst/>
              <a:rect r="r" b="b" t="t" l="l"/>
              <a:pathLst>
                <a:path h="13548613" w="24426163">
                  <a:moveTo>
                    <a:pt x="21082" y="0"/>
                  </a:moveTo>
                  <a:lnTo>
                    <a:pt x="24405082" y="0"/>
                  </a:lnTo>
                  <a:cubicBezTo>
                    <a:pt x="24416765" y="0"/>
                    <a:pt x="24426163" y="9525"/>
                    <a:pt x="24426163" y="21082"/>
                  </a:cubicBezTo>
                  <a:lnTo>
                    <a:pt x="24426163" y="13527532"/>
                  </a:lnTo>
                  <a:cubicBezTo>
                    <a:pt x="24426163" y="13539215"/>
                    <a:pt x="24416638" y="13548613"/>
                    <a:pt x="24405082" y="13548613"/>
                  </a:cubicBezTo>
                  <a:lnTo>
                    <a:pt x="21082" y="13548613"/>
                  </a:lnTo>
                  <a:cubicBezTo>
                    <a:pt x="9398" y="13548613"/>
                    <a:pt x="0" y="13539088"/>
                    <a:pt x="0" y="13527532"/>
                  </a:cubicBezTo>
                  <a:lnTo>
                    <a:pt x="0" y="21082"/>
                  </a:lnTo>
                  <a:cubicBezTo>
                    <a:pt x="0" y="9525"/>
                    <a:pt x="9525" y="0"/>
                    <a:pt x="21082" y="0"/>
                  </a:cubicBezTo>
                  <a:moveTo>
                    <a:pt x="21082" y="42291"/>
                  </a:moveTo>
                  <a:lnTo>
                    <a:pt x="21082" y="21082"/>
                  </a:lnTo>
                  <a:lnTo>
                    <a:pt x="42291" y="21082"/>
                  </a:lnTo>
                  <a:lnTo>
                    <a:pt x="42291" y="13527532"/>
                  </a:lnTo>
                  <a:lnTo>
                    <a:pt x="21082" y="13527532"/>
                  </a:lnTo>
                  <a:lnTo>
                    <a:pt x="21082" y="13506450"/>
                  </a:lnTo>
                  <a:lnTo>
                    <a:pt x="24405082" y="13506450"/>
                  </a:lnTo>
                  <a:lnTo>
                    <a:pt x="24405082" y="13527532"/>
                  </a:lnTo>
                  <a:lnTo>
                    <a:pt x="24384000" y="13527532"/>
                  </a:lnTo>
                  <a:lnTo>
                    <a:pt x="24384000" y="21082"/>
                  </a:lnTo>
                  <a:lnTo>
                    <a:pt x="24405082" y="21082"/>
                  </a:lnTo>
                  <a:lnTo>
                    <a:pt x="24405082" y="42291"/>
                  </a:lnTo>
                  <a:lnTo>
                    <a:pt x="21082" y="42291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5075258" y="1476494"/>
            <a:ext cx="8137484" cy="3110172"/>
            <a:chOff x="0" y="0"/>
            <a:chExt cx="6360667" cy="24310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1082" y="21082"/>
              <a:ext cx="6318504" cy="2388870"/>
            </a:xfrm>
            <a:custGeom>
              <a:avLst/>
              <a:gdLst/>
              <a:ahLst/>
              <a:cxnLst/>
              <a:rect r="r" b="b" t="t" l="l"/>
              <a:pathLst>
                <a:path h="2388870" w="6318504">
                  <a:moveTo>
                    <a:pt x="0" y="0"/>
                  </a:moveTo>
                  <a:lnTo>
                    <a:pt x="6318504" y="0"/>
                  </a:lnTo>
                  <a:lnTo>
                    <a:pt x="6318504" y="2388870"/>
                  </a:lnTo>
                  <a:lnTo>
                    <a:pt x="0" y="2388870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60668" cy="2431034"/>
            </a:xfrm>
            <a:custGeom>
              <a:avLst/>
              <a:gdLst/>
              <a:ahLst/>
              <a:cxnLst/>
              <a:rect r="r" b="b" t="t" l="l"/>
              <a:pathLst>
                <a:path h="2431034" w="6360668">
                  <a:moveTo>
                    <a:pt x="21082" y="0"/>
                  </a:moveTo>
                  <a:lnTo>
                    <a:pt x="6339586" y="0"/>
                  </a:lnTo>
                  <a:cubicBezTo>
                    <a:pt x="6351270" y="0"/>
                    <a:pt x="6360668" y="9525"/>
                    <a:pt x="6360668" y="21082"/>
                  </a:cubicBezTo>
                  <a:lnTo>
                    <a:pt x="6360668" y="2409952"/>
                  </a:lnTo>
                  <a:cubicBezTo>
                    <a:pt x="6360668" y="2421636"/>
                    <a:pt x="6351143" y="2431034"/>
                    <a:pt x="6339586" y="2431034"/>
                  </a:cubicBezTo>
                  <a:lnTo>
                    <a:pt x="21082" y="2431034"/>
                  </a:lnTo>
                  <a:cubicBezTo>
                    <a:pt x="9398" y="2431034"/>
                    <a:pt x="0" y="2421509"/>
                    <a:pt x="0" y="2409952"/>
                  </a:cubicBezTo>
                  <a:lnTo>
                    <a:pt x="0" y="21082"/>
                  </a:lnTo>
                  <a:cubicBezTo>
                    <a:pt x="0" y="9525"/>
                    <a:pt x="9525" y="0"/>
                    <a:pt x="21082" y="0"/>
                  </a:cubicBezTo>
                  <a:moveTo>
                    <a:pt x="21082" y="42291"/>
                  </a:moveTo>
                  <a:lnTo>
                    <a:pt x="21082" y="21082"/>
                  </a:lnTo>
                  <a:lnTo>
                    <a:pt x="42291" y="21082"/>
                  </a:lnTo>
                  <a:lnTo>
                    <a:pt x="42291" y="2409952"/>
                  </a:lnTo>
                  <a:lnTo>
                    <a:pt x="21082" y="2409952"/>
                  </a:lnTo>
                  <a:lnTo>
                    <a:pt x="21082" y="2388870"/>
                  </a:lnTo>
                  <a:lnTo>
                    <a:pt x="6339586" y="2388870"/>
                  </a:lnTo>
                  <a:lnTo>
                    <a:pt x="6339586" y="2409952"/>
                  </a:lnTo>
                  <a:lnTo>
                    <a:pt x="6318504" y="2409952"/>
                  </a:lnTo>
                  <a:lnTo>
                    <a:pt x="6318504" y="21082"/>
                  </a:lnTo>
                  <a:lnTo>
                    <a:pt x="6339586" y="21082"/>
                  </a:lnTo>
                  <a:lnTo>
                    <a:pt x="6339586" y="42291"/>
                  </a:lnTo>
                  <a:lnTo>
                    <a:pt x="21082" y="42291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6360667" cy="245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2"/>
                </a:lnSpc>
              </a:pPr>
              <a:r>
                <a:rPr lang="en-US" sz="466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43644" y="5491828"/>
            <a:ext cx="3029192" cy="1157767"/>
            <a:chOff x="0" y="0"/>
            <a:chExt cx="6360667" cy="24310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1082" y="21082"/>
              <a:ext cx="6318504" cy="2388870"/>
            </a:xfrm>
            <a:custGeom>
              <a:avLst/>
              <a:gdLst/>
              <a:ahLst/>
              <a:cxnLst/>
              <a:rect r="r" b="b" t="t" l="l"/>
              <a:pathLst>
                <a:path h="2388870" w="6318504">
                  <a:moveTo>
                    <a:pt x="0" y="0"/>
                  </a:moveTo>
                  <a:lnTo>
                    <a:pt x="6318504" y="0"/>
                  </a:lnTo>
                  <a:lnTo>
                    <a:pt x="6318504" y="2388870"/>
                  </a:lnTo>
                  <a:lnTo>
                    <a:pt x="0" y="2388870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60668" cy="2431034"/>
            </a:xfrm>
            <a:custGeom>
              <a:avLst/>
              <a:gdLst/>
              <a:ahLst/>
              <a:cxnLst/>
              <a:rect r="r" b="b" t="t" l="l"/>
              <a:pathLst>
                <a:path h="2431034" w="6360668">
                  <a:moveTo>
                    <a:pt x="21082" y="0"/>
                  </a:moveTo>
                  <a:lnTo>
                    <a:pt x="6339586" y="0"/>
                  </a:lnTo>
                  <a:cubicBezTo>
                    <a:pt x="6351270" y="0"/>
                    <a:pt x="6360668" y="9525"/>
                    <a:pt x="6360668" y="21082"/>
                  </a:cubicBezTo>
                  <a:lnTo>
                    <a:pt x="6360668" y="2409952"/>
                  </a:lnTo>
                  <a:cubicBezTo>
                    <a:pt x="6360668" y="2421636"/>
                    <a:pt x="6351143" y="2431034"/>
                    <a:pt x="6339586" y="2431034"/>
                  </a:cubicBezTo>
                  <a:lnTo>
                    <a:pt x="21082" y="2431034"/>
                  </a:lnTo>
                  <a:cubicBezTo>
                    <a:pt x="9398" y="2431034"/>
                    <a:pt x="0" y="2421509"/>
                    <a:pt x="0" y="2409952"/>
                  </a:cubicBezTo>
                  <a:lnTo>
                    <a:pt x="0" y="21082"/>
                  </a:lnTo>
                  <a:cubicBezTo>
                    <a:pt x="0" y="9525"/>
                    <a:pt x="9525" y="0"/>
                    <a:pt x="21082" y="0"/>
                  </a:cubicBezTo>
                  <a:moveTo>
                    <a:pt x="21082" y="42291"/>
                  </a:moveTo>
                  <a:lnTo>
                    <a:pt x="21082" y="21082"/>
                  </a:lnTo>
                  <a:lnTo>
                    <a:pt x="42291" y="21082"/>
                  </a:lnTo>
                  <a:lnTo>
                    <a:pt x="42291" y="2409952"/>
                  </a:lnTo>
                  <a:lnTo>
                    <a:pt x="21082" y="2409952"/>
                  </a:lnTo>
                  <a:lnTo>
                    <a:pt x="21082" y="2388870"/>
                  </a:lnTo>
                  <a:lnTo>
                    <a:pt x="6339586" y="2388870"/>
                  </a:lnTo>
                  <a:lnTo>
                    <a:pt x="6339586" y="2409952"/>
                  </a:lnTo>
                  <a:lnTo>
                    <a:pt x="6318504" y="2409952"/>
                  </a:lnTo>
                  <a:lnTo>
                    <a:pt x="6318504" y="21082"/>
                  </a:lnTo>
                  <a:lnTo>
                    <a:pt x="6339586" y="21082"/>
                  </a:lnTo>
                  <a:lnTo>
                    <a:pt x="6339586" y="42291"/>
                  </a:lnTo>
                  <a:lnTo>
                    <a:pt x="21082" y="42291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360667" cy="2459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32"/>
                </a:lnSpc>
              </a:pPr>
              <a:r>
                <a:rPr lang="en-US" sz="386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OPTION 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3350" y="8963714"/>
            <a:ext cx="2924187" cy="812636"/>
            <a:chOff x="0" y="0"/>
            <a:chExt cx="4971067" cy="13814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1082" y="21082"/>
              <a:ext cx="4928870" cy="1339215"/>
            </a:xfrm>
            <a:custGeom>
              <a:avLst/>
              <a:gdLst/>
              <a:ahLst/>
              <a:cxnLst/>
              <a:rect r="r" b="b" t="t" l="l"/>
              <a:pathLst>
                <a:path h="1339215" w="4928870">
                  <a:moveTo>
                    <a:pt x="0" y="0"/>
                  </a:moveTo>
                  <a:lnTo>
                    <a:pt x="4928870" y="0"/>
                  </a:lnTo>
                  <a:lnTo>
                    <a:pt x="4928870" y="1339215"/>
                  </a:lnTo>
                  <a:lnTo>
                    <a:pt x="0" y="1339215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1034" cy="1381379"/>
            </a:xfrm>
            <a:custGeom>
              <a:avLst/>
              <a:gdLst/>
              <a:ahLst/>
              <a:cxnLst/>
              <a:rect r="r" b="b" t="t" l="l"/>
              <a:pathLst>
                <a:path h="1381379" w="4971034">
                  <a:moveTo>
                    <a:pt x="21082" y="0"/>
                  </a:moveTo>
                  <a:lnTo>
                    <a:pt x="4949952" y="0"/>
                  </a:lnTo>
                  <a:cubicBezTo>
                    <a:pt x="4961636" y="0"/>
                    <a:pt x="4971034" y="9525"/>
                    <a:pt x="4971034" y="21082"/>
                  </a:cubicBezTo>
                  <a:lnTo>
                    <a:pt x="4971034" y="1360297"/>
                  </a:lnTo>
                  <a:cubicBezTo>
                    <a:pt x="4971034" y="1371981"/>
                    <a:pt x="4961509" y="1381379"/>
                    <a:pt x="4949952" y="1381379"/>
                  </a:cubicBezTo>
                  <a:lnTo>
                    <a:pt x="21082" y="1381379"/>
                  </a:lnTo>
                  <a:cubicBezTo>
                    <a:pt x="9398" y="1381379"/>
                    <a:pt x="0" y="1371854"/>
                    <a:pt x="0" y="1360297"/>
                  </a:cubicBezTo>
                  <a:lnTo>
                    <a:pt x="0" y="21082"/>
                  </a:lnTo>
                  <a:cubicBezTo>
                    <a:pt x="0" y="9525"/>
                    <a:pt x="9525" y="0"/>
                    <a:pt x="21082" y="0"/>
                  </a:cubicBezTo>
                  <a:moveTo>
                    <a:pt x="21082" y="42291"/>
                  </a:moveTo>
                  <a:lnTo>
                    <a:pt x="21082" y="21082"/>
                  </a:lnTo>
                  <a:lnTo>
                    <a:pt x="42291" y="21082"/>
                  </a:lnTo>
                  <a:lnTo>
                    <a:pt x="42291" y="1360297"/>
                  </a:lnTo>
                  <a:lnTo>
                    <a:pt x="21082" y="1360297"/>
                  </a:lnTo>
                  <a:lnTo>
                    <a:pt x="21082" y="1339215"/>
                  </a:lnTo>
                  <a:lnTo>
                    <a:pt x="4949952" y="1339215"/>
                  </a:lnTo>
                  <a:lnTo>
                    <a:pt x="4949952" y="1360297"/>
                  </a:lnTo>
                  <a:lnTo>
                    <a:pt x="4928870" y="1360297"/>
                  </a:lnTo>
                  <a:lnTo>
                    <a:pt x="4928870" y="21082"/>
                  </a:lnTo>
                  <a:lnTo>
                    <a:pt x="4949952" y="21082"/>
                  </a:lnTo>
                  <a:lnTo>
                    <a:pt x="4949952" y="42291"/>
                  </a:lnTo>
                  <a:lnTo>
                    <a:pt x="21082" y="42291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971067" cy="1400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72"/>
                </a:lnSpc>
              </a:pPr>
              <a:r>
                <a:rPr lang="en-US" sz="356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back</a:t>
              </a:r>
            </a:p>
          </p:txBody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0" y="0"/>
            <a:ext cx="2467500" cy="2467500"/>
            <a:chOff x="0" y="0"/>
            <a:chExt cx="3290000" cy="329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90062" cy="3290062"/>
            </a:xfrm>
            <a:custGeom>
              <a:avLst/>
              <a:gdLst/>
              <a:ahLst/>
              <a:cxnLst/>
              <a:rect r="r" b="b" t="t" l="l"/>
              <a:pathLst>
                <a:path h="3290062" w="3290062">
                  <a:moveTo>
                    <a:pt x="0" y="0"/>
                  </a:moveTo>
                  <a:lnTo>
                    <a:pt x="3290062" y="0"/>
                  </a:lnTo>
                  <a:lnTo>
                    <a:pt x="3290062" y="3290062"/>
                  </a:lnTo>
                  <a:lnTo>
                    <a:pt x="0" y="3290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243644" y="6992470"/>
            <a:ext cx="3029192" cy="1157767"/>
            <a:chOff x="0" y="0"/>
            <a:chExt cx="6360667" cy="24310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1082" y="21082"/>
              <a:ext cx="6318504" cy="2388870"/>
            </a:xfrm>
            <a:custGeom>
              <a:avLst/>
              <a:gdLst/>
              <a:ahLst/>
              <a:cxnLst/>
              <a:rect r="r" b="b" t="t" l="l"/>
              <a:pathLst>
                <a:path h="2388870" w="6318504">
                  <a:moveTo>
                    <a:pt x="0" y="0"/>
                  </a:moveTo>
                  <a:lnTo>
                    <a:pt x="6318504" y="0"/>
                  </a:lnTo>
                  <a:lnTo>
                    <a:pt x="6318504" y="2388870"/>
                  </a:lnTo>
                  <a:lnTo>
                    <a:pt x="0" y="2388870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60668" cy="2431034"/>
            </a:xfrm>
            <a:custGeom>
              <a:avLst/>
              <a:gdLst/>
              <a:ahLst/>
              <a:cxnLst/>
              <a:rect r="r" b="b" t="t" l="l"/>
              <a:pathLst>
                <a:path h="2431034" w="6360668">
                  <a:moveTo>
                    <a:pt x="21082" y="0"/>
                  </a:moveTo>
                  <a:lnTo>
                    <a:pt x="6339586" y="0"/>
                  </a:lnTo>
                  <a:cubicBezTo>
                    <a:pt x="6351270" y="0"/>
                    <a:pt x="6360668" y="9525"/>
                    <a:pt x="6360668" y="21082"/>
                  </a:cubicBezTo>
                  <a:lnTo>
                    <a:pt x="6360668" y="2409952"/>
                  </a:lnTo>
                  <a:cubicBezTo>
                    <a:pt x="6360668" y="2421636"/>
                    <a:pt x="6351143" y="2431034"/>
                    <a:pt x="6339586" y="2431034"/>
                  </a:cubicBezTo>
                  <a:lnTo>
                    <a:pt x="21082" y="2431034"/>
                  </a:lnTo>
                  <a:cubicBezTo>
                    <a:pt x="9398" y="2431034"/>
                    <a:pt x="0" y="2421509"/>
                    <a:pt x="0" y="2409952"/>
                  </a:cubicBezTo>
                  <a:lnTo>
                    <a:pt x="0" y="21082"/>
                  </a:lnTo>
                  <a:cubicBezTo>
                    <a:pt x="0" y="9525"/>
                    <a:pt x="9525" y="0"/>
                    <a:pt x="21082" y="0"/>
                  </a:cubicBezTo>
                  <a:moveTo>
                    <a:pt x="21082" y="42291"/>
                  </a:moveTo>
                  <a:lnTo>
                    <a:pt x="21082" y="21082"/>
                  </a:lnTo>
                  <a:lnTo>
                    <a:pt x="42291" y="21082"/>
                  </a:lnTo>
                  <a:lnTo>
                    <a:pt x="42291" y="2409952"/>
                  </a:lnTo>
                  <a:lnTo>
                    <a:pt x="21082" y="2409952"/>
                  </a:lnTo>
                  <a:lnTo>
                    <a:pt x="21082" y="2388870"/>
                  </a:lnTo>
                  <a:lnTo>
                    <a:pt x="6339586" y="2388870"/>
                  </a:lnTo>
                  <a:lnTo>
                    <a:pt x="6339586" y="2409952"/>
                  </a:lnTo>
                  <a:lnTo>
                    <a:pt x="6318504" y="2409952"/>
                  </a:lnTo>
                  <a:lnTo>
                    <a:pt x="6318504" y="21082"/>
                  </a:lnTo>
                  <a:lnTo>
                    <a:pt x="6339586" y="21082"/>
                  </a:lnTo>
                  <a:lnTo>
                    <a:pt x="6339586" y="42291"/>
                  </a:lnTo>
                  <a:lnTo>
                    <a:pt x="21082" y="42291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360667" cy="2459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32"/>
                </a:lnSpc>
              </a:pPr>
              <a:r>
                <a:rPr lang="en-US" sz="386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OPTION 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015164" y="6992470"/>
            <a:ext cx="3029192" cy="1157767"/>
            <a:chOff x="0" y="0"/>
            <a:chExt cx="6360667" cy="24310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1082" y="21082"/>
              <a:ext cx="6318504" cy="2388870"/>
            </a:xfrm>
            <a:custGeom>
              <a:avLst/>
              <a:gdLst/>
              <a:ahLst/>
              <a:cxnLst/>
              <a:rect r="r" b="b" t="t" l="l"/>
              <a:pathLst>
                <a:path h="2388870" w="6318504">
                  <a:moveTo>
                    <a:pt x="0" y="0"/>
                  </a:moveTo>
                  <a:lnTo>
                    <a:pt x="6318504" y="0"/>
                  </a:lnTo>
                  <a:lnTo>
                    <a:pt x="6318504" y="2388870"/>
                  </a:lnTo>
                  <a:lnTo>
                    <a:pt x="0" y="2388870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60668" cy="2431034"/>
            </a:xfrm>
            <a:custGeom>
              <a:avLst/>
              <a:gdLst/>
              <a:ahLst/>
              <a:cxnLst/>
              <a:rect r="r" b="b" t="t" l="l"/>
              <a:pathLst>
                <a:path h="2431034" w="6360668">
                  <a:moveTo>
                    <a:pt x="21082" y="0"/>
                  </a:moveTo>
                  <a:lnTo>
                    <a:pt x="6339586" y="0"/>
                  </a:lnTo>
                  <a:cubicBezTo>
                    <a:pt x="6351270" y="0"/>
                    <a:pt x="6360668" y="9525"/>
                    <a:pt x="6360668" y="21082"/>
                  </a:cubicBezTo>
                  <a:lnTo>
                    <a:pt x="6360668" y="2409952"/>
                  </a:lnTo>
                  <a:cubicBezTo>
                    <a:pt x="6360668" y="2421636"/>
                    <a:pt x="6351143" y="2431034"/>
                    <a:pt x="6339586" y="2431034"/>
                  </a:cubicBezTo>
                  <a:lnTo>
                    <a:pt x="21082" y="2431034"/>
                  </a:lnTo>
                  <a:cubicBezTo>
                    <a:pt x="9398" y="2431034"/>
                    <a:pt x="0" y="2421509"/>
                    <a:pt x="0" y="2409952"/>
                  </a:cubicBezTo>
                  <a:lnTo>
                    <a:pt x="0" y="21082"/>
                  </a:lnTo>
                  <a:cubicBezTo>
                    <a:pt x="0" y="9525"/>
                    <a:pt x="9525" y="0"/>
                    <a:pt x="21082" y="0"/>
                  </a:cubicBezTo>
                  <a:moveTo>
                    <a:pt x="21082" y="42291"/>
                  </a:moveTo>
                  <a:lnTo>
                    <a:pt x="21082" y="21082"/>
                  </a:lnTo>
                  <a:lnTo>
                    <a:pt x="42291" y="21082"/>
                  </a:lnTo>
                  <a:lnTo>
                    <a:pt x="42291" y="2409952"/>
                  </a:lnTo>
                  <a:lnTo>
                    <a:pt x="21082" y="2409952"/>
                  </a:lnTo>
                  <a:lnTo>
                    <a:pt x="21082" y="2388870"/>
                  </a:lnTo>
                  <a:lnTo>
                    <a:pt x="6339586" y="2388870"/>
                  </a:lnTo>
                  <a:lnTo>
                    <a:pt x="6339586" y="2409952"/>
                  </a:lnTo>
                  <a:lnTo>
                    <a:pt x="6318504" y="2409952"/>
                  </a:lnTo>
                  <a:lnTo>
                    <a:pt x="6318504" y="21082"/>
                  </a:lnTo>
                  <a:lnTo>
                    <a:pt x="6339586" y="21082"/>
                  </a:lnTo>
                  <a:lnTo>
                    <a:pt x="6339586" y="42291"/>
                  </a:lnTo>
                  <a:lnTo>
                    <a:pt x="21082" y="42291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6360667" cy="2459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32"/>
                </a:lnSpc>
              </a:pPr>
              <a:r>
                <a:rPr lang="en-US" sz="386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OPTION 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015164" y="5491828"/>
            <a:ext cx="3029192" cy="1157767"/>
            <a:chOff x="0" y="0"/>
            <a:chExt cx="6360667" cy="24310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21082" y="21082"/>
              <a:ext cx="6318504" cy="2388870"/>
            </a:xfrm>
            <a:custGeom>
              <a:avLst/>
              <a:gdLst/>
              <a:ahLst/>
              <a:cxnLst/>
              <a:rect r="r" b="b" t="t" l="l"/>
              <a:pathLst>
                <a:path h="2388870" w="6318504">
                  <a:moveTo>
                    <a:pt x="0" y="0"/>
                  </a:moveTo>
                  <a:lnTo>
                    <a:pt x="6318504" y="0"/>
                  </a:lnTo>
                  <a:lnTo>
                    <a:pt x="6318504" y="2388870"/>
                  </a:lnTo>
                  <a:lnTo>
                    <a:pt x="0" y="2388870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60668" cy="2431034"/>
            </a:xfrm>
            <a:custGeom>
              <a:avLst/>
              <a:gdLst/>
              <a:ahLst/>
              <a:cxnLst/>
              <a:rect r="r" b="b" t="t" l="l"/>
              <a:pathLst>
                <a:path h="2431034" w="6360668">
                  <a:moveTo>
                    <a:pt x="21082" y="0"/>
                  </a:moveTo>
                  <a:lnTo>
                    <a:pt x="6339586" y="0"/>
                  </a:lnTo>
                  <a:cubicBezTo>
                    <a:pt x="6351270" y="0"/>
                    <a:pt x="6360668" y="9525"/>
                    <a:pt x="6360668" y="21082"/>
                  </a:cubicBezTo>
                  <a:lnTo>
                    <a:pt x="6360668" y="2409952"/>
                  </a:lnTo>
                  <a:cubicBezTo>
                    <a:pt x="6360668" y="2421636"/>
                    <a:pt x="6351143" y="2431034"/>
                    <a:pt x="6339586" y="2431034"/>
                  </a:cubicBezTo>
                  <a:lnTo>
                    <a:pt x="21082" y="2431034"/>
                  </a:lnTo>
                  <a:cubicBezTo>
                    <a:pt x="9398" y="2431034"/>
                    <a:pt x="0" y="2421509"/>
                    <a:pt x="0" y="2409952"/>
                  </a:cubicBezTo>
                  <a:lnTo>
                    <a:pt x="0" y="21082"/>
                  </a:lnTo>
                  <a:cubicBezTo>
                    <a:pt x="0" y="9525"/>
                    <a:pt x="9525" y="0"/>
                    <a:pt x="21082" y="0"/>
                  </a:cubicBezTo>
                  <a:moveTo>
                    <a:pt x="21082" y="42291"/>
                  </a:moveTo>
                  <a:lnTo>
                    <a:pt x="21082" y="21082"/>
                  </a:lnTo>
                  <a:lnTo>
                    <a:pt x="42291" y="21082"/>
                  </a:lnTo>
                  <a:lnTo>
                    <a:pt x="42291" y="2409952"/>
                  </a:lnTo>
                  <a:lnTo>
                    <a:pt x="21082" y="2409952"/>
                  </a:lnTo>
                  <a:lnTo>
                    <a:pt x="21082" y="2388870"/>
                  </a:lnTo>
                  <a:lnTo>
                    <a:pt x="6339586" y="2388870"/>
                  </a:lnTo>
                  <a:lnTo>
                    <a:pt x="6339586" y="2409952"/>
                  </a:lnTo>
                  <a:lnTo>
                    <a:pt x="6318504" y="2409952"/>
                  </a:lnTo>
                  <a:lnTo>
                    <a:pt x="6318504" y="21082"/>
                  </a:lnTo>
                  <a:lnTo>
                    <a:pt x="6339586" y="21082"/>
                  </a:lnTo>
                  <a:lnTo>
                    <a:pt x="6339586" y="42291"/>
                  </a:lnTo>
                  <a:lnTo>
                    <a:pt x="21082" y="42291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6360667" cy="2459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32"/>
                </a:lnSpc>
              </a:pPr>
              <a:r>
                <a:rPr lang="en-US" sz="386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OPTION 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509525" y="9231175"/>
            <a:ext cx="2279250" cy="736650"/>
            <a:chOff x="0" y="0"/>
            <a:chExt cx="3039000" cy="982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3013583" cy="956818"/>
            </a:xfrm>
            <a:custGeom>
              <a:avLst/>
              <a:gdLst/>
              <a:ahLst/>
              <a:cxnLst/>
              <a:rect r="r" b="b" t="t" l="l"/>
              <a:pathLst>
                <a:path h="956818" w="3013583">
                  <a:moveTo>
                    <a:pt x="0" y="0"/>
                  </a:moveTo>
                  <a:lnTo>
                    <a:pt x="3013583" y="0"/>
                  </a:lnTo>
                  <a:lnTo>
                    <a:pt x="3013583" y="956818"/>
                  </a:lnTo>
                  <a:lnTo>
                    <a:pt x="0" y="956818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38983" cy="982218"/>
            </a:xfrm>
            <a:custGeom>
              <a:avLst/>
              <a:gdLst/>
              <a:ahLst/>
              <a:cxnLst/>
              <a:rect r="r" b="b" t="t" l="l"/>
              <a:pathLst>
                <a:path h="982218" w="3038983">
                  <a:moveTo>
                    <a:pt x="12700" y="0"/>
                  </a:moveTo>
                  <a:lnTo>
                    <a:pt x="3026283" y="0"/>
                  </a:lnTo>
                  <a:cubicBezTo>
                    <a:pt x="3033268" y="0"/>
                    <a:pt x="3038983" y="5715"/>
                    <a:pt x="3038983" y="12700"/>
                  </a:cubicBezTo>
                  <a:lnTo>
                    <a:pt x="3038983" y="969518"/>
                  </a:lnTo>
                  <a:cubicBezTo>
                    <a:pt x="3038983" y="976503"/>
                    <a:pt x="3033268" y="982218"/>
                    <a:pt x="3026283" y="982218"/>
                  </a:cubicBezTo>
                  <a:lnTo>
                    <a:pt x="12700" y="982218"/>
                  </a:lnTo>
                  <a:cubicBezTo>
                    <a:pt x="5715" y="982218"/>
                    <a:pt x="0" y="976503"/>
                    <a:pt x="0" y="96951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9518"/>
                  </a:lnTo>
                  <a:lnTo>
                    <a:pt x="12700" y="969518"/>
                  </a:lnTo>
                  <a:lnTo>
                    <a:pt x="12700" y="956818"/>
                  </a:lnTo>
                  <a:lnTo>
                    <a:pt x="3026283" y="956818"/>
                  </a:lnTo>
                  <a:lnTo>
                    <a:pt x="3026283" y="969518"/>
                  </a:lnTo>
                  <a:lnTo>
                    <a:pt x="3013583" y="969518"/>
                  </a:lnTo>
                  <a:lnTo>
                    <a:pt x="3013583" y="12700"/>
                  </a:lnTo>
                  <a:lnTo>
                    <a:pt x="3026283" y="12700"/>
                  </a:lnTo>
                  <a:lnTo>
                    <a:pt x="302628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039000" cy="100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910385" y="354475"/>
            <a:ext cx="8467230" cy="87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7"/>
              </a:lnSpc>
            </a:pPr>
            <a:r>
              <a:rPr lang="en-US" sz="558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 - Wireframe (Aarush)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509525" y="457200"/>
            <a:ext cx="24024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By: Aarush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AE47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08368" y="2505183"/>
            <a:ext cx="14271263" cy="5276635"/>
            <a:chOff x="0" y="0"/>
            <a:chExt cx="24739370" cy="9147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9371" cy="9147096"/>
            </a:xfrm>
            <a:custGeom>
              <a:avLst/>
              <a:gdLst/>
              <a:ahLst/>
              <a:cxnLst/>
              <a:rect r="r" b="b" t="t" l="l"/>
              <a:pathLst>
                <a:path h="9147096" w="24739371">
                  <a:moveTo>
                    <a:pt x="0" y="0"/>
                  </a:moveTo>
                  <a:lnTo>
                    <a:pt x="24739371" y="0"/>
                  </a:lnTo>
                  <a:lnTo>
                    <a:pt x="24739371" y="9147096"/>
                  </a:lnTo>
                  <a:lnTo>
                    <a:pt x="0" y="91470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739370" cy="9175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Issue:  </a:t>
              </a:r>
            </a:p>
            <a:p>
              <a:pPr algn="l" marL="885191" indent="-442595" lvl="1">
                <a:lnSpc>
                  <a:spcPts val="4920"/>
                </a:lnSpc>
                <a:buFont typeface="Arial"/>
                <a:buChar char="•"/>
              </a:pPr>
              <a:r>
                <a:rPr lang="en-US" sz="4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Users are avoiding electrical vehicles.  </a:t>
              </a:r>
            </a:p>
            <a:p>
              <a:pPr algn="l" marL="863601" indent="-431801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Assuming that there are not enough charging locations and electrical vehicles are not reliable in long distance driving</a:t>
              </a:r>
            </a:p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Scratch: </a:t>
              </a:r>
            </a:p>
            <a:p>
              <a:pPr algn="l" marL="863601" indent="-431801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 electrical vehicle to travel and dodge obstacles and attempt to reach a high score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80425" y="633413"/>
            <a:ext cx="57271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Game (Jun Kang)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47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182450" y="2510150"/>
            <a:ext cx="2534150" cy="4555450"/>
            <a:chOff x="0" y="0"/>
            <a:chExt cx="3378867" cy="6073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78835" cy="6073902"/>
            </a:xfrm>
            <a:custGeom>
              <a:avLst/>
              <a:gdLst/>
              <a:ahLst/>
              <a:cxnLst/>
              <a:rect r="r" b="b" t="t" l="l"/>
              <a:pathLst>
                <a:path h="6073902" w="3378835">
                  <a:moveTo>
                    <a:pt x="0" y="0"/>
                  </a:moveTo>
                  <a:lnTo>
                    <a:pt x="3378835" y="0"/>
                  </a:lnTo>
                  <a:lnTo>
                    <a:pt x="3378835" y="6073902"/>
                  </a:lnTo>
                  <a:lnTo>
                    <a:pt x="0" y="6073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2429" t="-8730" r="0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0"/>
            <a:ext cx="18297525" cy="10287000"/>
            <a:chOff x="0" y="0"/>
            <a:chExt cx="243967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86" y="15638"/>
              <a:ext cx="24371107" cy="13684777"/>
            </a:xfrm>
            <a:custGeom>
              <a:avLst/>
              <a:gdLst/>
              <a:ahLst/>
              <a:cxnLst/>
              <a:rect r="r" b="b" t="t" l="l"/>
              <a:pathLst>
                <a:path h="13684777" w="24371107">
                  <a:moveTo>
                    <a:pt x="0" y="0"/>
                  </a:moveTo>
                  <a:lnTo>
                    <a:pt x="24371107" y="0"/>
                  </a:lnTo>
                  <a:lnTo>
                    <a:pt x="24371107" y="13684777"/>
                  </a:lnTo>
                  <a:lnTo>
                    <a:pt x="0" y="13684777"/>
                  </a:lnTo>
                  <a:close/>
                </a:path>
              </a:pathLst>
            </a:custGeom>
            <a:solidFill>
              <a:srgbClr val="AE470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96678" cy="13716043"/>
            </a:xfrm>
            <a:custGeom>
              <a:avLst/>
              <a:gdLst/>
              <a:ahLst/>
              <a:cxnLst/>
              <a:rect r="r" b="b" t="t" l="l"/>
              <a:pathLst>
                <a:path h="13716043" w="24396678">
                  <a:moveTo>
                    <a:pt x="12786" y="0"/>
                  </a:moveTo>
                  <a:lnTo>
                    <a:pt x="24383893" y="0"/>
                  </a:lnTo>
                  <a:cubicBezTo>
                    <a:pt x="24390925" y="0"/>
                    <a:pt x="24396678" y="7037"/>
                    <a:pt x="24396678" y="15638"/>
                  </a:cubicBezTo>
                  <a:lnTo>
                    <a:pt x="24396678" y="13700415"/>
                  </a:lnTo>
                  <a:cubicBezTo>
                    <a:pt x="24396678" y="13709016"/>
                    <a:pt x="24390925" y="13716043"/>
                    <a:pt x="24383893" y="13716043"/>
                  </a:cubicBezTo>
                  <a:lnTo>
                    <a:pt x="12786" y="13716043"/>
                  </a:lnTo>
                  <a:cubicBezTo>
                    <a:pt x="5754" y="13716043"/>
                    <a:pt x="0" y="13709016"/>
                    <a:pt x="0" y="13700415"/>
                  </a:cubicBezTo>
                  <a:lnTo>
                    <a:pt x="0" y="15638"/>
                  </a:lnTo>
                  <a:cubicBezTo>
                    <a:pt x="0" y="7037"/>
                    <a:pt x="5754" y="0"/>
                    <a:pt x="12786" y="0"/>
                  </a:cubicBezTo>
                  <a:moveTo>
                    <a:pt x="12786" y="31276"/>
                  </a:moveTo>
                  <a:lnTo>
                    <a:pt x="12786" y="15638"/>
                  </a:lnTo>
                  <a:lnTo>
                    <a:pt x="25571" y="15638"/>
                  </a:lnTo>
                  <a:lnTo>
                    <a:pt x="25571" y="13700415"/>
                  </a:lnTo>
                  <a:lnTo>
                    <a:pt x="12786" y="13700415"/>
                  </a:lnTo>
                  <a:lnTo>
                    <a:pt x="12786" y="13684777"/>
                  </a:lnTo>
                  <a:lnTo>
                    <a:pt x="24383893" y="13684777"/>
                  </a:lnTo>
                  <a:lnTo>
                    <a:pt x="24383893" y="13700415"/>
                  </a:lnTo>
                  <a:lnTo>
                    <a:pt x="24371106" y="13700415"/>
                  </a:lnTo>
                  <a:lnTo>
                    <a:pt x="24371106" y="15638"/>
                  </a:lnTo>
                  <a:lnTo>
                    <a:pt x="24383893" y="15638"/>
                  </a:lnTo>
                  <a:lnTo>
                    <a:pt x="24383893" y="31276"/>
                  </a:lnTo>
                  <a:lnTo>
                    <a:pt x="12786" y="31276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4053350" y="8025450"/>
            <a:ext cx="10021200" cy="2022000"/>
            <a:chOff x="0" y="0"/>
            <a:chExt cx="13361600" cy="269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361543" cy="2695956"/>
            </a:xfrm>
            <a:custGeom>
              <a:avLst/>
              <a:gdLst/>
              <a:ahLst/>
              <a:cxnLst/>
              <a:rect r="r" b="b" t="t" l="l"/>
              <a:pathLst>
                <a:path h="2695956" w="13361543">
                  <a:moveTo>
                    <a:pt x="0" y="449326"/>
                  </a:moveTo>
                  <a:cubicBezTo>
                    <a:pt x="0" y="201168"/>
                    <a:pt x="201168" y="0"/>
                    <a:pt x="449326" y="0"/>
                  </a:cubicBezTo>
                  <a:lnTo>
                    <a:pt x="12912217" y="0"/>
                  </a:lnTo>
                  <a:cubicBezTo>
                    <a:pt x="13160375" y="0"/>
                    <a:pt x="13361543" y="201168"/>
                    <a:pt x="13361543" y="449326"/>
                  </a:cubicBezTo>
                  <a:lnTo>
                    <a:pt x="13361543" y="2246630"/>
                  </a:lnTo>
                  <a:cubicBezTo>
                    <a:pt x="13361543" y="2494788"/>
                    <a:pt x="13160375" y="2695956"/>
                    <a:pt x="12912217" y="2695956"/>
                  </a:cubicBezTo>
                  <a:lnTo>
                    <a:pt x="449326" y="2695956"/>
                  </a:lnTo>
                  <a:cubicBezTo>
                    <a:pt x="201168" y="2695956"/>
                    <a:pt x="0" y="2494788"/>
                    <a:pt x="0" y="2246630"/>
                  </a:cubicBez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1892400"/>
            <a:ext cx="3616250" cy="3616250"/>
            <a:chOff x="0" y="0"/>
            <a:chExt cx="4821667" cy="4821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1682" cy="4821682"/>
            </a:xfrm>
            <a:custGeom>
              <a:avLst/>
              <a:gdLst/>
              <a:ahLst/>
              <a:cxnLst/>
              <a:rect r="r" b="b" t="t" l="l"/>
              <a:pathLst>
                <a:path h="4821682" w="4821682">
                  <a:moveTo>
                    <a:pt x="0" y="0"/>
                  </a:moveTo>
                  <a:lnTo>
                    <a:pt x="4821682" y="0"/>
                  </a:lnTo>
                  <a:lnTo>
                    <a:pt x="4821682" y="4821682"/>
                  </a:lnTo>
                  <a:lnTo>
                    <a:pt x="0" y="4821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-5400000">
            <a:off x="2777000" y="3168750"/>
            <a:ext cx="5943600" cy="3390900"/>
            <a:chOff x="0" y="0"/>
            <a:chExt cx="7924800" cy="452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24800" cy="4521200"/>
            </a:xfrm>
            <a:custGeom>
              <a:avLst/>
              <a:gdLst/>
              <a:ahLst/>
              <a:cxnLst/>
              <a:rect r="r" b="b" t="t" l="l"/>
              <a:pathLst>
                <a:path h="452120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4521200"/>
                  </a:lnTo>
                  <a:lnTo>
                    <a:pt x="0" y="452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-5400000">
            <a:off x="9443055" y="3075845"/>
            <a:ext cx="5943600" cy="3576709"/>
            <a:chOff x="0" y="0"/>
            <a:chExt cx="7639733" cy="4597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39685" cy="4597400"/>
            </a:xfrm>
            <a:custGeom>
              <a:avLst/>
              <a:gdLst/>
              <a:ahLst/>
              <a:cxnLst/>
              <a:rect r="r" b="b" t="t" l="l"/>
              <a:pathLst>
                <a:path h="4597400" w="7639685">
                  <a:moveTo>
                    <a:pt x="0" y="0"/>
                  </a:moveTo>
                  <a:lnTo>
                    <a:pt x="7639685" y="0"/>
                  </a:lnTo>
                  <a:lnTo>
                    <a:pt x="7639685" y="4597400"/>
                  </a:lnTo>
                  <a:lnTo>
                    <a:pt x="0" y="459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6462" t="-16910" r="0" b="-1064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394100" y="6810706"/>
            <a:ext cx="2917800" cy="1025294"/>
            <a:chOff x="0" y="0"/>
            <a:chExt cx="3890400" cy="13670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90391" cy="1367038"/>
            </a:xfrm>
            <a:custGeom>
              <a:avLst/>
              <a:gdLst/>
              <a:ahLst/>
              <a:cxnLst/>
              <a:rect r="r" b="b" t="t" l="l"/>
              <a:pathLst>
                <a:path h="1367038" w="3890391">
                  <a:moveTo>
                    <a:pt x="0" y="0"/>
                  </a:moveTo>
                  <a:lnTo>
                    <a:pt x="3890391" y="0"/>
                  </a:lnTo>
                  <a:lnTo>
                    <a:pt x="3890391" y="1367038"/>
                  </a:lnTo>
                  <a:lnTo>
                    <a:pt x="0" y="1367038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890400" cy="139563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Petrol Car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64250" y="6810706"/>
            <a:ext cx="4295400" cy="995894"/>
            <a:chOff x="0" y="0"/>
            <a:chExt cx="5727200" cy="13278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27192" cy="1327792"/>
            </a:xfrm>
            <a:custGeom>
              <a:avLst/>
              <a:gdLst/>
              <a:ahLst/>
              <a:cxnLst/>
              <a:rect r="r" b="b" t="t" l="l"/>
              <a:pathLst>
                <a:path h="1327792" w="5727192">
                  <a:moveTo>
                    <a:pt x="0" y="0"/>
                  </a:moveTo>
                  <a:lnTo>
                    <a:pt x="5727192" y="0"/>
                  </a:lnTo>
                  <a:lnTo>
                    <a:pt x="5727192" y="1327792"/>
                  </a:lnTo>
                  <a:lnTo>
                    <a:pt x="0" y="1327792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727200" cy="135643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Electrical Vehicle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368525" y="8518425"/>
            <a:ext cx="9550950" cy="101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your Favourite Car to start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05606" y="570013"/>
            <a:ext cx="10676789" cy="87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7"/>
              </a:lnSpc>
            </a:pPr>
            <a:r>
              <a:rPr lang="en-US" sz="558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Game - Wireframe P1 (Jun Kang)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-10800000">
            <a:off x="12337021" y="2528330"/>
            <a:ext cx="93154" cy="86714"/>
          </a:xfrm>
          <a:custGeom>
            <a:avLst/>
            <a:gdLst/>
            <a:ahLst/>
            <a:cxnLst/>
            <a:rect r="r" b="b" t="t" l="l"/>
            <a:pathLst>
              <a:path h="86714" w="93154">
                <a:moveTo>
                  <a:pt x="0" y="0"/>
                </a:moveTo>
                <a:lnTo>
                  <a:pt x="93154" y="0"/>
                </a:lnTo>
                <a:lnTo>
                  <a:pt x="93154" y="86714"/>
                </a:lnTo>
                <a:lnTo>
                  <a:pt x="0" y="867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732" t="0" r="-15727" b="-40149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47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182450" y="2510150"/>
            <a:ext cx="2534150" cy="4555450"/>
            <a:chOff x="0" y="0"/>
            <a:chExt cx="3378867" cy="6073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78835" cy="6073902"/>
            </a:xfrm>
            <a:custGeom>
              <a:avLst/>
              <a:gdLst/>
              <a:ahLst/>
              <a:cxnLst/>
              <a:rect r="r" b="b" t="t" l="l"/>
              <a:pathLst>
                <a:path h="6073902" w="3378835">
                  <a:moveTo>
                    <a:pt x="0" y="0"/>
                  </a:moveTo>
                  <a:lnTo>
                    <a:pt x="3378835" y="0"/>
                  </a:lnTo>
                  <a:lnTo>
                    <a:pt x="3378835" y="6073902"/>
                  </a:lnTo>
                  <a:lnTo>
                    <a:pt x="0" y="6073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2429" t="-8730" r="0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4984" y="16180"/>
              <a:ext cx="24353989" cy="13683603"/>
            </a:xfrm>
            <a:custGeom>
              <a:avLst/>
              <a:gdLst/>
              <a:ahLst/>
              <a:cxnLst/>
              <a:rect r="r" b="b" t="t" l="l"/>
              <a:pathLst>
                <a:path h="13683603" w="24353989">
                  <a:moveTo>
                    <a:pt x="0" y="0"/>
                  </a:moveTo>
                  <a:lnTo>
                    <a:pt x="24353989" y="0"/>
                  </a:lnTo>
                  <a:lnTo>
                    <a:pt x="24353989" y="13683602"/>
                  </a:lnTo>
                  <a:lnTo>
                    <a:pt x="0" y="13683602"/>
                  </a:lnTo>
                  <a:close/>
                </a:path>
              </a:pathLst>
            </a:custGeom>
            <a:solidFill>
              <a:srgbClr val="AE470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3957" cy="13715963"/>
            </a:xfrm>
            <a:custGeom>
              <a:avLst/>
              <a:gdLst/>
              <a:ahLst/>
              <a:cxnLst/>
              <a:rect r="r" b="b" t="t" l="l"/>
              <a:pathLst>
                <a:path h="13715963" w="24383957">
                  <a:moveTo>
                    <a:pt x="14984" y="0"/>
                  </a:moveTo>
                  <a:lnTo>
                    <a:pt x="24368973" y="0"/>
                  </a:lnTo>
                  <a:cubicBezTo>
                    <a:pt x="24377214" y="0"/>
                    <a:pt x="24383957" y="7281"/>
                    <a:pt x="24383957" y="16180"/>
                  </a:cubicBezTo>
                  <a:lnTo>
                    <a:pt x="24383957" y="13699782"/>
                  </a:lnTo>
                  <a:cubicBezTo>
                    <a:pt x="24383957" y="13708681"/>
                    <a:pt x="24377214" y="13715963"/>
                    <a:pt x="24368973" y="13715963"/>
                  </a:cubicBezTo>
                  <a:lnTo>
                    <a:pt x="14984" y="13715963"/>
                  </a:lnTo>
                  <a:cubicBezTo>
                    <a:pt x="6743" y="13715963"/>
                    <a:pt x="0" y="13708681"/>
                    <a:pt x="0" y="13699782"/>
                  </a:cubicBezTo>
                  <a:lnTo>
                    <a:pt x="0" y="16180"/>
                  </a:lnTo>
                  <a:cubicBezTo>
                    <a:pt x="0" y="7281"/>
                    <a:pt x="6743" y="0"/>
                    <a:pt x="14984" y="0"/>
                  </a:cubicBezTo>
                  <a:moveTo>
                    <a:pt x="14984" y="32359"/>
                  </a:moveTo>
                  <a:lnTo>
                    <a:pt x="14984" y="16180"/>
                  </a:lnTo>
                  <a:lnTo>
                    <a:pt x="29968" y="16180"/>
                  </a:lnTo>
                  <a:lnTo>
                    <a:pt x="29968" y="13699782"/>
                  </a:lnTo>
                  <a:lnTo>
                    <a:pt x="14984" y="13699782"/>
                  </a:lnTo>
                  <a:lnTo>
                    <a:pt x="14984" y="13683604"/>
                  </a:lnTo>
                  <a:lnTo>
                    <a:pt x="24368973" y="13683604"/>
                  </a:lnTo>
                  <a:lnTo>
                    <a:pt x="24368973" y="13699782"/>
                  </a:lnTo>
                  <a:lnTo>
                    <a:pt x="24353988" y="13699782"/>
                  </a:lnTo>
                  <a:lnTo>
                    <a:pt x="24353988" y="16180"/>
                  </a:lnTo>
                  <a:lnTo>
                    <a:pt x="24368973" y="16180"/>
                  </a:lnTo>
                  <a:lnTo>
                    <a:pt x="24368973" y="32359"/>
                  </a:lnTo>
                  <a:lnTo>
                    <a:pt x="14984" y="32359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4904300" y="2021800"/>
            <a:ext cx="8702100" cy="7922700"/>
            <a:chOff x="0" y="0"/>
            <a:chExt cx="11602800" cy="10563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602847" cy="10563606"/>
            </a:xfrm>
            <a:custGeom>
              <a:avLst/>
              <a:gdLst/>
              <a:ahLst/>
              <a:cxnLst/>
              <a:rect r="r" b="b" t="t" l="l"/>
              <a:pathLst>
                <a:path h="10563606" w="11602847">
                  <a:moveTo>
                    <a:pt x="0" y="0"/>
                  </a:moveTo>
                  <a:lnTo>
                    <a:pt x="11602847" y="0"/>
                  </a:lnTo>
                  <a:lnTo>
                    <a:pt x="11602847" y="10563606"/>
                  </a:lnTo>
                  <a:lnTo>
                    <a:pt x="0" y="10563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9411" r="0" b="-99411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5400000">
            <a:off x="6116174" y="7094876"/>
            <a:ext cx="3631400" cy="1798650"/>
            <a:chOff x="0" y="0"/>
            <a:chExt cx="4841867" cy="2398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41875" cy="2398141"/>
            </a:xfrm>
            <a:custGeom>
              <a:avLst/>
              <a:gdLst/>
              <a:ahLst/>
              <a:cxnLst/>
              <a:rect r="r" b="b" t="t" l="l"/>
              <a:pathLst>
                <a:path h="2398141" w="4841875">
                  <a:moveTo>
                    <a:pt x="0" y="0"/>
                  </a:moveTo>
                  <a:lnTo>
                    <a:pt x="4841875" y="0"/>
                  </a:lnTo>
                  <a:lnTo>
                    <a:pt x="4841875" y="2398141"/>
                  </a:lnTo>
                  <a:lnTo>
                    <a:pt x="0" y="2398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56725" y="2293075"/>
            <a:ext cx="3183450" cy="1454250"/>
            <a:chOff x="0" y="0"/>
            <a:chExt cx="4244600" cy="193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4219194" cy="1913636"/>
            </a:xfrm>
            <a:custGeom>
              <a:avLst/>
              <a:gdLst/>
              <a:ahLst/>
              <a:cxnLst/>
              <a:rect r="r" b="b" t="t" l="l"/>
              <a:pathLst>
                <a:path h="1913636" w="4219194">
                  <a:moveTo>
                    <a:pt x="0" y="0"/>
                  </a:moveTo>
                  <a:lnTo>
                    <a:pt x="4219194" y="0"/>
                  </a:lnTo>
                  <a:lnTo>
                    <a:pt x="4219194" y="1913636"/>
                  </a:lnTo>
                  <a:lnTo>
                    <a:pt x="0" y="191363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4594" cy="1939036"/>
            </a:xfrm>
            <a:custGeom>
              <a:avLst/>
              <a:gdLst/>
              <a:ahLst/>
              <a:cxnLst/>
              <a:rect r="r" b="b" t="t" l="l"/>
              <a:pathLst>
                <a:path h="1939036" w="4244594">
                  <a:moveTo>
                    <a:pt x="12700" y="0"/>
                  </a:moveTo>
                  <a:lnTo>
                    <a:pt x="4231894" y="0"/>
                  </a:lnTo>
                  <a:cubicBezTo>
                    <a:pt x="4238879" y="0"/>
                    <a:pt x="4244594" y="5715"/>
                    <a:pt x="4244594" y="12700"/>
                  </a:cubicBezTo>
                  <a:lnTo>
                    <a:pt x="4244594" y="1926336"/>
                  </a:lnTo>
                  <a:cubicBezTo>
                    <a:pt x="4244594" y="1933321"/>
                    <a:pt x="4238879" y="1939036"/>
                    <a:pt x="4231894" y="1939036"/>
                  </a:cubicBezTo>
                  <a:lnTo>
                    <a:pt x="12700" y="1939036"/>
                  </a:lnTo>
                  <a:cubicBezTo>
                    <a:pt x="5715" y="1939036"/>
                    <a:pt x="0" y="1933321"/>
                    <a:pt x="0" y="192633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926336"/>
                  </a:lnTo>
                  <a:lnTo>
                    <a:pt x="12700" y="1926336"/>
                  </a:lnTo>
                  <a:lnTo>
                    <a:pt x="12700" y="1913636"/>
                  </a:lnTo>
                  <a:lnTo>
                    <a:pt x="4231894" y="1913636"/>
                  </a:lnTo>
                  <a:lnTo>
                    <a:pt x="4231894" y="1926336"/>
                  </a:lnTo>
                  <a:lnTo>
                    <a:pt x="4219194" y="1926336"/>
                  </a:lnTo>
                  <a:lnTo>
                    <a:pt x="4219194" y="12700"/>
                  </a:lnTo>
                  <a:lnTo>
                    <a:pt x="4231894" y="12700"/>
                  </a:lnTo>
                  <a:lnTo>
                    <a:pt x="423189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-5400000">
            <a:off x="3229588" y="4350910"/>
            <a:ext cx="2069850" cy="1585200"/>
            <a:chOff x="0" y="0"/>
            <a:chExt cx="2759800" cy="2113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59837" cy="2113661"/>
            </a:xfrm>
            <a:custGeom>
              <a:avLst/>
              <a:gdLst/>
              <a:ahLst/>
              <a:cxnLst/>
              <a:rect r="r" b="b" t="t" l="l"/>
              <a:pathLst>
                <a:path h="2113661" w="2759837">
                  <a:moveTo>
                    <a:pt x="0" y="0"/>
                  </a:moveTo>
                  <a:lnTo>
                    <a:pt x="2759837" y="0"/>
                  </a:lnTo>
                  <a:lnTo>
                    <a:pt x="2759837" y="2113661"/>
                  </a:lnTo>
                  <a:lnTo>
                    <a:pt x="0" y="2113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7076" t="0" r="1" b="-170380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6521298" y="2435902"/>
            <a:ext cx="2534150" cy="2534150"/>
            <a:chOff x="0" y="0"/>
            <a:chExt cx="3378867" cy="33788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78835" cy="3378835"/>
            </a:xfrm>
            <a:custGeom>
              <a:avLst/>
              <a:gdLst/>
              <a:ahLst/>
              <a:cxnLst/>
              <a:rect r="r" b="b" t="t" l="l"/>
              <a:pathLst>
                <a:path h="3378835" w="3378835">
                  <a:moveTo>
                    <a:pt x="0" y="0"/>
                  </a:moveTo>
                  <a:lnTo>
                    <a:pt x="3378835" y="0"/>
                  </a:lnTo>
                  <a:lnTo>
                    <a:pt x="3378835" y="3378835"/>
                  </a:lnTo>
                  <a:lnTo>
                    <a:pt x="0" y="337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-5400000">
            <a:off x="9493376" y="2916382"/>
            <a:ext cx="4492846" cy="2703682"/>
            <a:chOff x="0" y="0"/>
            <a:chExt cx="7639733" cy="4597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39685" cy="4597400"/>
            </a:xfrm>
            <a:custGeom>
              <a:avLst/>
              <a:gdLst/>
              <a:ahLst/>
              <a:cxnLst/>
              <a:rect r="r" b="b" t="t" l="l"/>
              <a:pathLst>
                <a:path h="4597400" w="7639685">
                  <a:moveTo>
                    <a:pt x="0" y="0"/>
                  </a:moveTo>
                  <a:lnTo>
                    <a:pt x="7639685" y="0"/>
                  </a:lnTo>
                  <a:lnTo>
                    <a:pt x="7639685" y="4597400"/>
                  </a:lnTo>
                  <a:lnTo>
                    <a:pt x="0" y="459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6462" t="-16910" r="0" b="-10645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5607776" y="4970026"/>
            <a:ext cx="4648200" cy="3943350"/>
            <a:chOff x="0" y="0"/>
            <a:chExt cx="6197600" cy="5257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97600" cy="5257800"/>
            </a:xfrm>
            <a:custGeom>
              <a:avLst/>
              <a:gdLst/>
              <a:ahLst/>
              <a:cxnLst/>
              <a:rect r="r" b="b" t="t" l="l"/>
              <a:pathLst>
                <a:path h="5257800" w="6197600">
                  <a:moveTo>
                    <a:pt x="0" y="0"/>
                  </a:moveTo>
                  <a:lnTo>
                    <a:pt x="6197600" y="0"/>
                  </a:lnTo>
                  <a:lnTo>
                    <a:pt x="6197600" y="5257800"/>
                  </a:lnTo>
                  <a:lnTo>
                    <a:pt x="0" y="525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82963" y="2720163"/>
            <a:ext cx="29815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Score:10KM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6725" y="6181725"/>
            <a:ext cx="2958150" cy="88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Electric Vehicle Supply Equipment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05606" y="570013"/>
            <a:ext cx="10676789" cy="87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7"/>
              </a:lnSpc>
            </a:pPr>
            <a:r>
              <a:rPr lang="en-US" sz="558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Game - Wireframe P2 (Jun Kang)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-10800000">
            <a:off x="11674081" y="2493005"/>
            <a:ext cx="86080" cy="80129"/>
          </a:xfrm>
          <a:custGeom>
            <a:avLst/>
            <a:gdLst/>
            <a:ahLst/>
            <a:cxnLst/>
            <a:rect r="r" b="b" t="t" l="l"/>
            <a:pathLst>
              <a:path h="80129" w="86080">
                <a:moveTo>
                  <a:pt x="0" y="0"/>
                </a:moveTo>
                <a:lnTo>
                  <a:pt x="86080" y="0"/>
                </a:lnTo>
                <a:lnTo>
                  <a:pt x="86080" y="80129"/>
                </a:lnTo>
                <a:lnTo>
                  <a:pt x="0" y="801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4732" t="0" r="-15727" b="-40149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623386" y="6109790"/>
            <a:ext cx="195234" cy="106225"/>
          </a:xfrm>
          <a:custGeom>
            <a:avLst/>
            <a:gdLst/>
            <a:ahLst/>
            <a:cxnLst/>
            <a:rect r="r" b="b" t="t" l="l"/>
            <a:pathLst>
              <a:path h="106225" w="195234">
                <a:moveTo>
                  <a:pt x="0" y="0"/>
                </a:moveTo>
                <a:lnTo>
                  <a:pt x="195234" y="0"/>
                </a:lnTo>
                <a:lnTo>
                  <a:pt x="195234" y="106225"/>
                </a:lnTo>
                <a:lnTo>
                  <a:pt x="0" y="1062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3811" t="-58166" r="-36657" b="-78754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AE47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38825" y="1380724"/>
            <a:ext cx="14410350" cy="698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Issue:  </a:t>
            </a:r>
          </a:p>
          <a:p>
            <a:pPr algn="l" marL="1079501" indent="-539750" lvl="1">
              <a:lnSpc>
                <a:spcPts val="6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Lack of certainty from JAJS regarding effectiveness of game, introduction and quiz</a:t>
            </a:r>
          </a:p>
          <a:p>
            <a:pPr algn="l">
              <a:lnSpc>
                <a:spcPts val="5999"/>
              </a:lnSpc>
            </a:pPr>
          </a:p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Scratch: </a:t>
            </a:r>
          </a:p>
          <a:p>
            <a:pPr algn="l" marL="1079500" indent="-539750" lvl="1">
              <a:lnSpc>
                <a:spcPts val="5999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feedback form for users to give JAJS feedback on whether they understood the message presented to them, and where JAJS can improve 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033075" y="9397650"/>
            <a:ext cx="1918350" cy="65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By: Seth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33075" y="9397650"/>
            <a:ext cx="1918350" cy="65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By: Seth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0306050"/>
            <a:chOff x="0" y="0"/>
            <a:chExt cx="24409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E470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4939400" y="3429626"/>
            <a:ext cx="8409200" cy="1259600"/>
            <a:chOff x="0" y="0"/>
            <a:chExt cx="11212267" cy="1679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1717" y="21717"/>
              <a:ext cx="11168761" cy="1636014"/>
            </a:xfrm>
            <a:custGeom>
              <a:avLst/>
              <a:gdLst/>
              <a:ahLst/>
              <a:cxnLst/>
              <a:rect r="r" b="b" t="t" l="l"/>
              <a:pathLst>
                <a:path h="1636014" w="11168761">
                  <a:moveTo>
                    <a:pt x="0" y="0"/>
                  </a:moveTo>
                  <a:lnTo>
                    <a:pt x="11168761" y="0"/>
                  </a:lnTo>
                  <a:lnTo>
                    <a:pt x="11168761" y="1636014"/>
                  </a:lnTo>
                  <a:lnTo>
                    <a:pt x="0" y="1636014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2195" cy="1679448"/>
            </a:xfrm>
            <a:custGeom>
              <a:avLst/>
              <a:gdLst/>
              <a:ahLst/>
              <a:cxnLst/>
              <a:rect r="r" b="b" t="t" l="l"/>
              <a:pathLst>
                <a:path h="1679448" w="11212195">
                  <a:moveTo>
                    <a:pt x="21717" y="0"/>
                  </a:moveTo>
                  <a:lnTo>
                    <a:pt x="11190478" y="0"/>
                  </a:lnTo>
                  <a:cubicBezTo>
                    <a:pt x="11202543" y="0"/>
                    <a:pt x="11212195" y="9779"/>
                    <a:pt x="11212195" y="21717"/>
                  </a:cubicBezTo>
                  <a:lnTo>
                    <a:pt x="11212195" y="1657731"/>
                  </a:lnTo>
                  <a:cubicBezTo>
                    <a:pt x="11212195" y="1669796"/>
                    <a:pt x="11202416" y="1679448"/>
                    <a:pt x="11190478" y="1679448"/>
                  </a:cubicBezTo>
                  <a:lnTo>
                    <a:pt x="21717" y="1679448"/>
                  </a:lnTo>
                  <a:cubicBezTo>
                    <a:pt x="9652" y="1679448"/>
                    <a:pt x="0" y="1669669"/>
                    <a:pt x="0" y="1657731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1657731"/>
                  </a:lnTo>
                  <a:lnTo>
                    <a:pt x="21717" y="1657731"/>
                  </a:lnTo>
                  <a:lnTo>
                    <a:pt x="21717" y="1636014"/>
                  </a:lnTo>
                  <a:lnTo>
                    <a:pt x="11190478" y="1636014"/>
                  </a:lnTo>
                  <a:lnTo>
                    <a:pt x="11190478" y="1657731"/>
                  </a:lnTo>
                  <a:lnTo>
                    <a:pt x="11168761" y="1657731"/>
                  </a:lnTo>
                  <a:lnTo>
                    <a:pt x="11168761" y="21717"/>
                  </a:lnTo>
                  <a:lnTo>
                    <a:pt x="11190478" y="21717"/>
                  </a:lnTo>
                  <a:lnTo>
                    <a:pt x="11190478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212267" cy="1698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5"/>
                </a:lnSpc>
              </a:pPr>
              <a:r>
                <a:rPr lang="en-US" sz="47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72000" y="6025510"/>
            <a:ext cx="1772000" cy="1081400"/>
            <a:chOff x="0" y="0"/>
            <a:chExt cx="2362667" cy="14418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1717" y="21717"/>
              <a:ext cx="2319274" cy="1398397"/>
            </a:xfrm>
            <a:custGeom>
              <a:avLst/>
              <a:gdLst/>
              <a:ahLst/>
              <a:cxnLst/>
              <a:rect r="r" b="b" t="t" l="l"/>
              <a:pathLst>
                <a:path h="1398397" w="2319274">
                  <a:moveTo>
                    <a:pt x="0" y="0"/>
                  </a:moveTo>
                  <a:lnTo>
                    <a:pt x="2319274" y="0"/>
                  </a:lnTo>
                  <a:lnTo>
                    <a:pt x="2319274" y="1398397"/>
                  </a:lnTo>
                  <a:lnTo>
                    <a:pt x="0" y="1398397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62708" cy="1441831"/>
            </a:xfrm>
            <a:custGeom>
              <a:avLst/>
              <a:gdLst/>
              <a:ahLst/>
              <a:cxnLst/>
              <a:rect r="r" b="b" t="t" l="l"/>
              <a:pathLst>
                <a:path h="1441831" w="2362708">
                  <a:moveTo>
                    <a:pt x="21717" y="0"/>
                  </a:moveTo>
                  <a:lnTo>
                    <a:pt x="2340991" y="0"/>
                  </a:lnTo>
                  <a:cubicBezTo>
                    <a:pt x="2353056" y="0"/>
                    <a:pt x="2362708" y="9779"/>
                    <a:pt x="2362708" y="21717"/>
                  </a:cubicBezTo>
                  <a:lnTo>
                    <a:pt x="2362708" y="1420114"/>
                  </a:lnTo>
                  <a:cubicBezTo>
                    <a:pt x="2362708" y="1432179"/>
                    <a:pt x="2352929" y="1441831"/>
                    <a:pt x="2340991" y="1441831"/>
                  </a:cubicBezTo>
                  <a:lnTo>
                    <a:pt x="21717" y="1441831"/>
                  </a:lnTo>
                  <a:cubicBezTo>
                    <a:pt x="9652" y="1441831"/>
                    <a:pt x="0" y="1432052"/>
                    <a:pt x="0" y="1420114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1420114"/>
                  </a:lnTo>
                  <a:lnTo>
                    <a:pt x="21717" y="1420114"/>
                  </a:lnTo>
                  <a:lnTo>
                    <a:pt x="21717" y="1398397"/>
                  </a:lnTo>
                  <a:lnTo>
                    <a:pt x="2340991" y="1398397"/>
                  </a:lnTo>
                  <a:lnTo>
                    <a:pt x="2340991" y="1420114"/>
                  </a:lnTo>
                  <a:lnTo>
                    <a:pt x="2319274" y="1420114"/>
                  </a:lnTo>
                  <a:lnTo>
                    <a:pt x="2319274" y="21717"/>
                  </a:lnTo>
                  <a:lnTo>
                    <a:pt x="2340991" y="21717"/>
                  </a:lnTo>
                  <a:lnTo>
                    <a:pt x="2340991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362667" cy="1460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5"/>
                </a:lnSpc>
              </a:pPr>
              <a:r>
                <a:rPr lang="en-US" sz="47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82275" y="6028876"/>
            <a:ext cx="1772000" cy="1081400"/>
            <a:chOff x="0" y="0"/>
            <a:chExt cx="2362667" cy="14418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1717" y="21717"/>
              <a:ext cx="2319274" cy="1398397"/>
            </a:xfrm>
            <a:custGeom>
              <a:avLst/>
              <a:gdLst/>
              <a:ahLst/>
              <a:cxnLst/>
              <a:rect r="r" b="b" t="t" l="l"/>
              <a:pathLst>
                <a:path h="1398397" w="2319274">
                  <a:moveTo>
                    <a:pt x="0" y="0"/>
                  </a:moveTo>
                  <a:lnTo>
                    <a:pt x="2319274" y="0"/>
                  </a:lnTo>
                  <a:lnTo>
                    <a:pt x="2319274" y="1398397"/>
                  </a:lnTo>
                  <a:lnTo>
                    <a:pt x="0" y="1398397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62708" cy="1441831"/>
            </a:xfrm>
            <a:custGeom>
              <a:avLst/>
              <a:gdLst/>
              <a:ahLst/>
              <a:cxnLst/>
              <a:rect r="r" b="b" t="t" l="l"/>
              <a:pathLst>
                <a:path h="1441831" w="2362708">
                  <a:moveTo>
                    <a:pt x="21717" y="0"/>
                  </a:moveTo>
                  <a:lnTo>
                    <a:pt x="2340991" y="0"/>
                  </a:lnTo>
                  <a:cubicBezTo>
                    <a:pt x="2353056" y="0"/>
                    <a:pt x="2362708" y="9779"/>
                    <a:pt x="2362708" y="21717"/>
                  </a:cubicBezTo>
                  <a:lnTo>
                    <a:pt x="2362708" y="1420114"/>
                  </a:lnTo>
                  <a:cubicBezTo>
                    <a:pt x="2362708" y="1432179"/>
                    <a:pt x="2352929" y="1441831"/>
                    <a:pt x="2340991" y="1441831"/>
                  </a:cubicBezTo>
                  <a:lnTo>
                    <a:pt x="21717" y="1441831"/>
                  </a:lnTo>
                  <a:cubicBezTo>
                    <a:pt x="9652" y="1441831"/>
                    <a:pt x="0" y="1432052"/>
                    <a:pt x="0" y="1420114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1420114"/>
                  </a:lnTo>
                  <a:lnTo>
                    <a:pt x="21717" y="1420114"/>
                  </a:lnTo>
                  <a:lnTo>
                    <a:pt x="21717" y="1398397"/>
                  </a:lnTo>
                  <a:lnTo>
                    <a:pt x="2340991" y="1398397"/>
                  </a:lnTo>
                  <a:lnTo>
                    <a:pt x="2340991" y="1420114"/>
                  </a:lnTo>
                  <a:lnTo>
                    <a:pt x="2319274" y="1420114"/>
                  </a:lnTo>
                  <a:lnTo>
                    <a:pt x="2319274" y="21717"/>
                  </a:lnTo>
                  <a:lnTo>
                    <a:pt x="2340991" y="21717"/>
                  </a:lnTo>
                  <a:lnTo>
                    <a:pt x="2340991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362667" cy="1460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5"/>
                </a:lnSpc>
              </a:pPr>
              <a:r>
                <a:rPr lang="en-US" sz="47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82275" y="8449925"/>
            <a:ext cx="1221450" cy="632250"/>
            <a:chOff x="0" y="0"/>
            <a:chExt cx="1628600" cy="84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03248" cy="817626"/>
            </a:xfrm>
            <a:custGeom>
              <a:avLst/>
              <a:gdLst/>
              <a:ahLst/>
              <a:cxnLst/>
              <a:rect r="r" b="b" t="t" l="l"/>
              <a:pathLst>
                <a:path h="817626" w="1603248">
                  <a:moveTo>
                    <a:pt x="0" y="0"/>
                  </a:moveTo>
                  <a:lnTo>
                    <a:pt x="1603248" y="0"/>
                  </a:lnTo>
                  <a:lnTo>
                    <a:pt x="1603248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8648" cy="843026"/>
            </a:xfrm>
            <a:custGeom>
              <a:avLst/>
              <a:gdLst/>
              <a:ahLst/>
              <a:cxnLst/>
              <a:rect r="r" b="b" t="t" l="l"/>
              <a:pathLst>
                <a:path h="843026" w="1628648">
                  <a:moveTo>
                    <a:pt x="12700" y="0"/>
                  </a:moveTo>
                  <a:lnTo>
                    <a:pt x="1615948" y="0"/>
                  </a:lnTo>
                  <a:cubicBezTo>
                    <a:pt x="1622933" y="0"/>
                    <a:pt x="1628648" y="5715"/>
                    <a:pt x="1628648" y="12700"/>
                  </a:cubicBezTo>
                  <a:lnTo>
                    <a:pt x="1628648" y="830326"/>
                  </a:lnTo>
                  <a:cubicBezTo>
                    <a:pt x="1628648" y="837311"/>
                    <a:pt x="1622933" y="843026"/>
                    <a:pt x="1615948" y="843026"/>
                  </a:cubicBezTo>
                  <a:lnTo>
                    <a:pt x="12700" y="843026"/>
                  </a:lnTo>
                  <a:cubicBezTo>
                    <a:pt x="5715" y="843026"/>
                    <a:pt x="0" y="837311"/>
                    <a:pt x="0" y="83032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30326"/>
                  </a:lnTo>
                  <a:lnTo>
                    <a:pt x="12700" y="830326"/>
                  </a:lnTo>
                  <a:lnTo>
                    <a:pt x="12700" y="817626"/>
                  </a:lnTo>
                  <a:lnTo>
                    <a:pt x="1615948" y="817626"/>
                  </a:lnTo>
                  <a:lnTo>
                    <a:pt x="1615948" y="830326"/>
                  </a:lnTo>
                  <a:lnTo>
                    <a:pt x="1603248" y="830326"/>
                  </a:lnTo>
                  <a:lnTo>
                    <a:pt x="1603248" y="12700"/>
                  </a:lnTo>
                  <a:lnTo>
                    <a:pt x="1615948" y="12700"/>
                  </a:lnTo>
                  <a:lnTo>
                    <a:pt x="161594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628600" cy="8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867425" y="1522725"/>
            <a:ext cx="2553150" cy="88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033075" y="9397650"/>
            <a:ext cx="1918350" cy="65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By: Seth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033075" y="9397650"/>
            <a:ext cx="1918350" cy="65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By: Seth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684275" y="8441567"/>
            <a:ext cx="1221450" cy="648965"/>
            <a:chOff x="0" y="0"/>
            <a:chExt cx="1628600" cy="8652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3036"/>
              <a:ext cx="1603248" cy="839242"/>
            </a:xfrm>
            <a:custGeom>
              <a:avLst/>
              <a:gdLst/>
              <a:ahLst/>
              <a:cxnLst/>
              <a:rect r="r" b="b" t="t" l="l"/>
              <a:pathLst>
                <a:path h="839242" w="1603248">
                  <a:moveTo>
                    <a:pt x="0" y="0"/>
                  </a:moveTo>
                  <a:lnTo>
                    <a:pt x="1603248" y="0"/>
                  </a:lnTo>
                  <a:lnTo>
                    <a:pt x="1603248" y="839242"/>
                  </a:lnTo>
                  <a:lnTo>
                    <a:pt x="0" y="839242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28648" cy="865313"/>
            </a:xfrm>
            <a:custGeom>
              <a:avLst/>
              <a:gdLst/>
              <a:ahLst/>
              <a:cxnLst/>
              <a:rect r="r" b="b" t="t" l="l"/>
              <a:pathLst>
                <a:path h="865313" w="1628648">
                  <a:moveTo>
                    <a:pt x="12700" y="0"/>
                  </a:moveTo>
                  <a:lnTo>
                    <a:pt x="1615948" y="0"/>
                  </a:lnTo>
                  <a:cubicBezTo>
                    <a:pt x="1622933" y="0"/>
                    <a:pt x="1628648" y="5866"/>
                    <a:pt x="1628648" y="13036"/>
                  </a:cubicBezTo>
                  <a:lnTo>
                    <a:pt x="1628648" y="852278"/>
                  </a:lnTo>
                  <a:cubicBezTo>
                    <a:pt x="1628648" y="859447"/>
                    <a:pt x="1622933" y="865313"/>
                    <a:pt x="1615948" y="865313"/>
                  </a:cubicBezTo>
                  <a:lnTo>
                    <a:pt x="12700" y="865313"/>
                  </a:lnTo>
                  <a:cubicBezTo>
                    <a:pt x="5715" y="865313"/>
                    <a:pt x="0" y="859447"/>
                    <a:pt x="0" y="852278"/>
                  </a:cubicBezTo>
                  <a:lnTo>
                    <a:pt x="0" y="13036"/>
                  </a:lnTo>
                  <a:cubicBezTo>
                    <a:pt x="0" y="5866"/>
                    <a:pt x="5715" y="0"/>
                    <a:pt x="12700" y="0"/>
                  </a:cubicBezTo>
                  <a:moveTo>
                    <a:pt x="12700" y="26072"/>
                  </a:moveTo>
                  <a:lnTo>
                    <a:pt x="12700" y="13036"/>
                  </a:lnTo>
                  <a:lnTo>
                    <a:pt x="25400" y="13036"/>
                  </a:lnTo>
                  <a:lnTo>
                    <a:pt x="25400" y="852278"/>
                  </a:lnTo>
                  <a:lnTo>
                    <a:pt x="12700" y="852278"/>
                  </a:lnTo>
                  <a:lnTo>
                    <a:pt x="12700" y="839242"/>
                  </a:lnTo>
                  <a:lnTo>
                    <a:pt x="1615948" y="839242"/>
                  </a:lnTo>
                  <a:lnTo>
                    <a:pt x="1615948" y="852278"/>
                  </a:lnTo>
                  <a:lnTo>
                    <a:pt x="1603248" y="852278"/>
                  </a:lnTo>
                  <a:lnTo>
                    <a:pt x="1603248" y="13036"/>
                  </a:lnTo>
                  <a:lnTo>
                    <a:pt x="1615948" y="13036"/>
                  </a:lnTo>
                  <a:lnTo>
                    <a:pt x="1615948" y="26072"/>
                  </a:lnTo>
                  <a:lnTo>
                    <a:pt x="12700" y="26072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628600" cy="884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Back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0306050"/>
            <a:chOff x="0" y="0"/>
            <a:chExt cx="24409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E470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4939400" y="3384650"/>
            <a:ext cx="8409200" cy="1259600"/>
            <a:chOff x="0" y="0"/>
            <a:chExt cx="11212267" cy="1679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1717" y="21717"/>
              <a:ext cx="11168761" cy="1636014"/>
            </a:xfrm>
            <a:custGeom>
              <a:avLst/>
              <a:gdLst/>
              <a:ahLst/>
              <a:cxnLst/>
              <a:rect r="r" b="b" t="t" l="l"/>
              <a:pathLst>
                <a:path h="1636014" w="11168761">
                  <a:moveTo>
                    <a:pt x="0" y="0"/>
                  </a:moveTo>
                  <a:lnTo>
                    <a:pt x="11168761" y="0"/>
                  </a:lnTo>
                  <a:lnTo>
                    <a:pt x="11168761" y="1636014"/>
                  </a:lnTo>
                  <a:lnTo>
                    <a:pt x="0" y="1636014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2195" cy="1679448"/>
            </a:xfrm>
            <a:custGeom>
              <a:avLst/>
              <a:gdLst/>
              <a:ahLst/>
              <a:cxnLst/>
              <a:rect r="r" b="b" t="t" l="l"/>
              <a:pathLst>
                <a:path h="1679448" w="11212195">
                  <a:moveTo>
                    <a:pt x="21717" y="0"/>
                  </a:moveTo>
                  <a:lnTo>
                    <a:pt x="11190478" y="0"/>
                  </a:lnTo>
                  <a:cubicBezTo>
                    <a:pt x="11202543" y="0"/>
                    <a:pt x="11212195" y="9779"/>
                    <a:pt x="11212195" y="21717"/>
                  </a:cubicBezTo>
                  <a:lnTo>
                    <a:pt x="11212195" y="1657731"/>
                  </a:lnTo>
                  <a:cubicBezTo>
                    <a:pt x="11212195" y="1669796"/>
                    <a:pt x="11202416" y="1679448"/>
                    <a:pt x="11190478" y="1679448"/>
                  </a:cubicBezTo>
                  <a:lnTo>
                    <a:pt x="21717" y="1679448"/>
                  </a:lnTo>
                  <a:cubicBezTo>
                    <a:pt x="9652" y="1679448"/>
                    <a:pt x="0" y="1669669"/>
                    <a:pt x="0" y="1657731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1657731"/>
                  </a:lnTo>
                  <a:lnTo>
                    <a:pt x="21717" y="1657731"/>
                  </a:lnTo>
                  <a:lnTo>
                    <a:pt x="21717" y="1636014"/>
                  </a:lnTo>
                  <a:lnTo>
                    <a:pt x="11190478" y="1636014"/>
                  </a:lnTo>
                  <a:lnTo>
                    <a:pt x="11190478" y="1657731"/>
                  </a:lnTo>
                  <a:lnTo>
                    <a:pt x="11168761" y="1657731"/>
                  </a:lnTo>
                  <a:lnTo>
                    <a:pt x="11168761" y="21717"/>
                  </a:lnTo>
                  <a:lnTo>
                    <a:pt x="11190478" y="21717"/>
                  </a:lnTo>
                  <a:lnTo>
                    <a:pt x="11190478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212267" cy="1698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5"/>
                </a:lnSpc>
              </a:pPr>
              <a:r>
                <a:rPr lang="en-US" sz="47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 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82275" y="8449925"/>
            <a:ext cx="1221450" cy="632250"/>
            <a:chOff x="0" y="0"/>
            <a:chExt cx="1628600" cy="84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1603248" cy="817626"/>
            </a:xfrm>
            <a:custGeom>
              <a:avLst/>
              <a:gdLst/>
              <a:ahLst/>
              <a:cxnLst/>
              <a:rect r="r" b="b" t="t" l="l"/>
              <a:pathLst>
                <a:path h="817626" w="1603248">
                  <a:moveTo>
                    <a:pt x="0" y="0"/>
                  </a:moveTo>
                  <a:lnTo>
                    <a:pt x="1603248" y="0"/>
                  </a:lnTo>
                  <a:lnTo>
                    <a:pt x="1603248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648" cy="843026"/>
            </a:xfrm>
            <a:custGeom>
              <a:avLst/>
              <a:gdLst/>
              <a:ahLst/>
              <a:cxnLst/>
              <a:rect r="r" b="b" t="t" l="l"/>
              <a:pathLst>
                <a:path h="843026" w="1628648">
                  <a:moveTo>
                    <a:pt x="12700" y="0"/>
                  </a:moveTo>
                  <a:lnTo>
                    <a:pt x="1615948" y="0"/>
                  </a:lnTo>
                  <a:cubicBezTo>
                    <a:pt x="1622933" y="0"/>
                    <a:pt x="1628648" y="5715"/>
                    <a:pt x="1628648" y="12700"/>
                  </a:cubicBezTo>
                  <a:lnTo>
                    <a:pt x="1628648" y="830326"/>
                  </a:lnTo>
                  <a:cubicBezTo>
                    <a:pt x="1628648" y="837311"/>
                    <a:pt x="1622933" y="843026"/>
                    <a:pt x="1615948" y="843026"/>
                  </a:cubicBezTo>
                  <a:lnTo>
                    <a:pt x="12700" y="843026"/>
                  </a:lnTo>
                  <a:cubicBezTo>
                    <a:pt x="5715" y="843026"/>
                    <a:pt x="0" y="837311"/>
                    <a:pt x="0" y="83032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30326"/>
                  </a:lnTo>
                  <a:lnTo>
                    <a:pt x="12700" y="830326"/>
                  </a:lnTo>
                  <a:lnTo>
                    <a:pt x="12700" y="817626"/>
                  </a:lnTo>
                  <a:lnTo>
                    <a:pt x="1615948" y="817626"/>
                  </a:lnTo>
                  <a:lnTo>
                    <a:pt x="1615948" y="830326"/>
                  </a:lnTo>
                  <a:lnTo>
                    <a:pt x="1603248" y="830326"/>
                  </a:lnTo>
                  <a:lnTo>
                    <a:pt x="1603248" y="12700"/>
                  </a:lnTo>
                  <a:lnTo>
                    <a:pt x="1615948" y="12700"/>
                  </a:lnTo>
                  <a:lnTo>
                    <a:pt x="161594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28600" cy="8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867425" y="1522725"/>
            <a:ext cx="2553150" cy="88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795075" y="6489175"/>
            <a:ext cx="4697850" cy="109050"/>
            <a:chOff x="0" y="0"/>
            <a:chExt cx="6263800" cy="14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6238367" cy="120015"/>
            </a:xfrm>
            <a:custGeom>
              <a:avLst/>
              <a:gdLst/>
              <a:ahLst/>
              <a:cxnLst/>
              <a:rect r="r" b="b" t="t" l="l"/>
              <a:pathLst>
                <a:path h="120015" w="6238367">
                  <a:moveTo>
                    <a:pt x="0" y="0"/>
                  </a:moveTo>
                  <a:lnTo>
                    <a:pt x="6238367" y="0"/>
                  </a:lnTo>
                  <a:lnTo>
                    <a:pt x="6238367" y="120015"/>
                  </a:lnTo>
                  <a:lnTo>
                    <a:pt x="0" y="12001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63767" cy="145415"/>
            </a:xfrm>
            <a:custGeom>
              <a:avLst/>
              <a:gdLst/>
              <a:ahLst/>
              <a:cxnLst/>
              <a:rect r="r" b="b" t="t" l="l"/>
              <a:pathLst>
                <a:path h="145415" w="6263767">
                  <a:moveTo>
                    <a:pt x="12700" y="0"/>
                  </a:moveTo>
                  <a:lnTo>
                    <a:pt x="6251067" y="0"/>
                  </a:lnTo>
                  <a:cubicBezTo>
                    <a:pt x="6258052" y="0"/>
                    <a:pt x="6263767" y="5715"/>
                    <a:pt x="6263767" y="12700"/>
                  </a:cubicBezTo>
                  <a:lnTo>
                    <a:pt x="6263767" y="132715"/>
                  </a:lnTo>
                  <a:cubicBezTo>
                    <a:pt x="6263767" y="139700"/>
                    <a:pt x="6258052" y="145415"/>
                    <a:pt x="6251067" y="145415"/>
                  </a:cubicBezTo>
                  <a:lnTo>
                    <a:pt x="12700" y="145415"/>
                  </a:lnTo>
                  <a:cubicBezTo>
                    <a:pt x="5715" y="145415"/>
                    <a:pt x="0" y="139700"/>
                    <a:pt x="0" y="13271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2715"/>
                  </a:lnTo>
                  <a:lnTo>
                    <a:pt x="12700" y="132715"/>
                  </a:lnTo>
                  <a:lnTo>
                    <a:pt x="12700" y="120015"/>
                  </a:lnTo>
                  <a:lnTo>
                    <a:pt x="6251067" y="120015"/>
                  </a:lnTo>
                  <a:lnTo>
                    <a:pt x="6251067" y="132715"/>
                  </a:lnTo>
                  <a:lnTo>
                    <a:pt x="6238367" y="132715"/>
                  </a:lnTo>
                  <a:lnTo>
                    <a:pt x="6238367" y="12700"/>
                  </a:lnTo>
                  <a:lnTo>
                    <a:pt x="6251067" y="12700"/>
                  </a:lnTo>
                  <a:lnTo>
                    <a:pt x="625106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943675" y="6302525"/>
            <a:ext cx="153450" cy="452850"/>
            <a:chOff x="0" y="0"/>
            <a:chExt cx="204600" cy="603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79197" cy="578358"/>
            </a:xfrm>
            <a:custGeom>
              <a:avLst/>
              <a:gdLst/>
              <a:ahLst/>
              <a:cxnLst/>
              <a:rect r="r" b="b" t="t" l="l"/>
              <a:pathLst>
                <a:path h="578358" w="179197">
                  <a:moveTo>
                    <a:pt x="0" y="0"/>
                  </a:moveTo>
                  <a:lnTo>
                    <a:pt x="179197" y="0"/>
                  </a:lnTo>
                  <a:lnTo>
                    <a:pt x="179197" y="578358"/>
                  </a:lnTo>
                  <a:lnTo>
                    <a:pt x="0" y="57835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597" cy="603758"/>
            </a:xfrm>
            <a:custGeom>
              <a:avLst/>
              <a:gdLst/>
              <a:ahLst/>
              <a:cxnLst/>
              <a:rect r="r" b="b" t="t" l="l"/>
              <a:pathLst>
                <a:path h="603758" w="204597">
                  <a:moveTo>
                    <a:pt x="12700" y="0"/>
                  </a:moveTo>
                  <a:lnTo>
                    <a:pt x="191897" y="0"/>
                  </a:lnTo>
                  <a:cubicBezTo>
                    <a:pt x="198882" y="0"/>
                    <a:pt x="204597" y="5715"/>
                    <a:pt x="204597" y="12700"/>
                  </a:cubicBezTo>
                  <a:lnTo>
                    <a:pt x="204597" y="591058"/>
                  </a:lnTo>
                  <a:cubicBezTo>
                    <a:pt x="204597" y="598043"/>
                    <a:pt x="198882" y="603758"/>
                    <a:pt x="191897" y="603758"/>
                  </a:cubicBezTo>
                  <a:lnTo>
                    <a:pt x="12700" y="603758"/>
                  </a:lnTo>
                  <a:cubicBezTo>
                    <a:pt x="5715" y="603758"/>
                    <a:pt x="0" y="598043"/>
                    <a:pt x="0" y="59105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91058"/>
                  </a:lnTo>
                  <a:lnTo>
                    <a:pt x="12700" y="591058"/>
                  </a:lnTo>
                  <a:lnTo>
                    <a:pt x="12700" y="578358"/>
                  </a:lnTo>
                  <a:lnTo>
                    <a:pt x="191897" y="578358"/>
                  </a:lnTo>
                  <a:lnTo>
                    <a:pt x="191897" y="591058"/>
                  </a:lnTo>
                  <a:lnTo>
                    <a:pt x="179197" y="591058"/>
                  </a:lnTo>
                  <a:lnTo>
                    <a:pt x="179197" y="12700"/>
                  </a:lnTo>
                  <a:lnTo>
                    <a:pt x="191897" y="12700"/>
                  </a:lnTo>
                  <a:lnTo>
                    <a:pt x="19189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412975" y="6317275"/>
            <a:ext cx="153450" cy="452850"/>
            <a:chOff x="0" y="0"/>
            <a:chExt cx="204600" cy="603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79197" cy="578358"/>
            </a:xfrm>
            <a:custGeom>
              <a:avLst/>
              <a:gdLst/>
              <a:ahLst/>
              <a:cxnLst/>
              <a:rect r="r" b="b" t="t" l="l"/>
              <a:pathLst>
                <a:path h="578358" w="179197">
                  <a:moveTo>
                    <a:pt x="0" y="0"/>
                  </a:moveTo>
                  <a:lnTo>
                    <a:pt x="179197" y="0"/>
                  </a:lnTo>
                  <a:lnTo>
                    <a:pt x="179197" y="578358"/>
                  </a:lnTo>
                  <a:lnTo>
                    <a:pt x="0" y="57835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597" cy="603758"/>
            </a:xfrm>
            <a:custGeom>
              <a:avLst/>
              <a:gdLst/>
              <a:ahLst/>
              <a:cxnLst/>
              <a:rect r="r" b="b" t="t" l="l"/>
              <a:pathLst>
                <a:path h="603758" w="204597">
                  <a:moveTo>
                    <a:pt x="12700" y="0"/>
                  </a:moveTo>
                  <a:lnTo>
                    <a:pt x="191897" y="0"/>
                  </a:lnTo>
                  <a:cubicBezTo>
                    <a:pt x="198882" y="0"/>
                    <a:pt x="204597" y="5715"/>
                    <a:pt x="204597" y="12700"/>
                  </a:cubicBezTo>
                  <a:lnTo>
                    <a:pt x="204597" y="591058"/>
                  </a:lnTo>
                  <a:cubicBezTo>
                    <a:pt x="204597" y="598043"/>
                    <a:pt x="198882" y="603758"/>
                    <a:pt x="191897" y="603758"/>
                  </a:cubicBezTo>
                  <a:lnTo>
                    <a:pt x="12700" y="603758"/>
                  </a:lnTo>
                  <a:cubicBezTo>
                    <a:pt x="5715" y="603758"/>
                    <a:pt x="0" y="598043"/>
                    <a:pt x="0" y="59105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91058"/>
                  </a:lnTo>
                  <a:lnTo>
                    <a:pt x="12700" y="591058"/>
                  </a:lnTo>
                  <a:lnTo>
                    <a:pt x="12700" y="578358"/>
                  </a:lnTo>
                  <a:lnTo>
                    <a:pt x="191897" y="578358"/>
                  </a:lnTo>
                  <a:lnTo>
                    <a:pt x="191897" y="591058"/>
                  </a:lnTo>
                  <a:lnTo>
                    <a:pt x="179197" y="591058"/>
                  </a:lnTo>
                  <a:lnTo>
                    <a:pt x="179197" y="12700"/>
                  </a:lnTo>
                  <a:lnTo>
                    <a:pt x="191897" y="12700"/>
                  </a:lnTo>
                  <a:lnTo>
                    <a:pt x="19189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882275" y="6317275"/>
            <a:ext cx="153450" cy="452850"/>
            <a:chOff x="0" y="0"/>
            <a:chExt cx="204600" cy="603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179197" cy="578358"/>
            </a:xfrm>
            <a:custGeom>
              <a:avLst/>
              <a:gdLst/>
              <a:ahLst/>
              <a:cxnLst/>
              <a:rect r="r" b="b" t="t" l="l"/>
              <a:pathLst>
                <a:path h="578358" w="179197">
                  <a:moveTo>
                    <a:pt x="0" y="0"/>
                  </a:moveTo>
                  <a:lnTo>
                    <a:pt x="179197" y="0"/>
                  </a:lnTo>
                  <a:lnTo>
                    <a:pt x="179197" y="578358"/>
                  </a:lnTo>
                  <a:lnTo>
                    <a:pt x="0" y="57835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4597" cy="603758"/>
            </a:xfrm>
            <a:custGeom>
              <a:avLst/>
              <a:gdLst/>
              <a:ahLst/>
              <a:cxnLst/>
              <a:rect r="r" b="b" t="t" l="l"/>
              <a:pathLst>
                <a:path h="603758" w="204597">
                  <a:moveTo>
                    <a:pt x="12700" y="0"/>
                  </a:moveTo>
                  <a:lnTo>
                    <a:pt x="191897" y="0"/>
                  </a:lnTo>
                  <a:cubicBezTo>
                    <a:pt x="198882" y="0"/>
                    <a:pt x="204597" y="5715"/>
                    <a:pt x="204597" y="12700"/>
                  </a:cubicBezTo>
                  <a:lnTo>
                    <a:pt x="204597" y="591058"/>
                  </a:lnTo>
                  <a:cubicBezTo>
                    <a:pt x="204597" y="598043"/>
                    <a:pt x="198882" y="603758"/>
                    <a:pt x="191897" y="603758"/>
                  </a:cubicBezTo>
                  <a:lnTo>
                    <a:pt x="12700" y="603758"/>
                  </a:lnTo>
                  <a:cubicBezTo>
                    <a:pt x="5715" y="603758"/>
                    <a:pt x="0" y="598043"/>
                    <a:pt x="0" y="59105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91058"/>
                  </a:lnTo>
                  <a:lnTo>
                    <a:pt x="12700" y="591058"/>
                  </a:lnTo>
                  <a:lnTo>
                    <a:pt x="12700" y="578358"/>
                  </a:lnTo>
                  <a:lnTo>
                    <a:pt x="191897" y="578358"/>
                  </a:lnTo>
                  <a:lnTo>
                    <a:pt x="191897" y="591058"/>
                  </a:lnTo>
                  <a:lnTo>
                    <a:pt x="179197" y="591058"/>
                  </a:lnTo>
                  <a:lnTo>
                    <a:pt x="179197" y="12700"/>
                  </a:lnTo>
                  <a:lnTo>
                    <a:pt x="191897" y="12700"/>
                  </a:lnTo>
                  <a:lnTo>
                    <a:pt x="19189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351575" y="6317275"/>
            <a:ext cx="153450" cy="452850"/>
            <a:chOff x="0" y="0"/>
            <a:chExt cx="204600" cy="603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179197" cy="578358"/>
            </a:xfrm>
            <a:custGeom>
              <a:avLst/>
              <a:gdLst/>
              <a:ahLst/>
              <a:cxnLst/>
              <a:rect r="r" b="b" t="t" l="l"/>
              <a:pathLst>
                <a:path h="578358" w="179197">
                  <a:moveTo>
                    <a:pt x="0" y="0"/>
                  </a:moveTo>
                  <a:lnTo>
                    <a:pt x="179197" y="0"/>
                  </a:lnTo>
                  <a:lnTo>
                    <a:pt x="179197" y="578358"/>
                  </a:lnTo>
                  <a:lnTo>
                    <a:pt x="0" y="57835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597" cy="603758"/>
            </a:xfrm>
            <a:custGeom>
              <a:avLst/>
              <a:gdLst/>
              <a:ahLst/>
              <a:cxnLst/>
              <a:rect r="r" b="b" t="t" l="l"/>
              <a:pathLst>
                <a:path h="603758" w="204597">
                  <a:moveTo>
                    <a:pt x="12700" y="0"/>
                  </a:moveTo>
                  <a:lnTo>
                    <a:pt x="191897" y="0"/>
                  </a:lnTo>
                  <a:cubicBezTo>
                    <a:pt x="198882" y="0"/>
                    <a:pt x="204597" y="5715"/>
                    <a:pt x="204597" y="12700"/>
                  </a:cubicBezTo>
                  <a:lnTo>
                    <a:pt x="204597" y="591058"/>
                  </a:lnTo>
                  <a:cubicBezTo>
                    <a:pt x="204597" y="598043"/>
                    <a:pt x="198882" y="603758"/>
                    <a:pt x="191897" y="603758"/>
                  </a:cubicBezTo>
                  <a:lnTo>
                    <a:pt x="12700" y="603758"/>
                  </a:lnTo>
                  <a:cubicBezTo>
                    <a:pt x="5715" y="603758"/>
                    <a:pt x="0" y="598043"/>
                    <a:pt x="0" y="59105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91058"/>
                  </a:lnTo>
                  <a:lnTo>
                    <a:pt x="12700" y="591058"/>
                  </a:lnTo>
                  <a:lnTo>
                    <a:pt x="12700" y="578358"/>
                  </a:lnTo>
                  <a:lnTo>
                    <a:pt x="191897" y="578358"/>
                  </a:lnTo>
                  <a:lnTo>
                    <a:pt x="191897" y="591058"/>
                  </a:lnTo>
                  <a:lnTo>
                    <a:pt x="179197" y="591058"/>
                  </a:lnTo>
                  <a:lnTo>
                    <a:pt x="179197" y="12700"/>
                  </a:lnTo>
                  <a:lnTo>
                    <a:pt x="191897" y="12700"/>
                  </a:lnTo>
                  <a:lnTo>
                    <a:pt x="19189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820875" y="6317275"/>
            <a:ext cx="153450" cy="452850"/>
            <a:chOff x="0" y="0"/>
            <a:chExt cx="204600" cy="603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2700" y="12700"/>
              <a:ext cx="179197" cy="578358"/>
            </a:xfrm>
            <a:custGeom>
              <a:avLst/>
              <a:gdLst/>
              <a:ahLst/>
              <a:cxnLst/>
              <a:rect r="r" b="b" t="t" l="l"/>
              <a:pathLst>
                <a:path h="578358" w="179197">
                  <a:moveTo>
                    <a:pt x="0" y="0"/>
                  </a:moveTo>
                  <a:lnTo>
                    <a:pt x="179197" y="0"/>
                  </a:lnTo>
                  <a:lnTo>
                    <a:pt x="179197" y="578358"/>
                  </a:lnTo>
                  <a:lnTo>
                    <a:pt x="0" y="57835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4597" cy="603758"/>
            </a:xfrm>
            <a:custGeom>
              <a:avLst/>
              <a:gdLst/>
              <a:ahLst/>
              <a:cxnLst/>
              <a:rect r="r" b="b" t="t" l="l"/>
              <a:pathLst>
                <a:path h="603758" w="204597">
                  <a:moveTo>
                    <a:pt x="12700" y="0"/>
                  </a:moveTo>
                  <a:lnTo>
                    <a:pt x="191897" y="0"/>
                  </a:lnTo>
                  <a:cubicBezTo>
                    <a:pt x="198882" y="0"/>
                    <a:pt x="204597" y="5715"/>
                    <a:pt x="204597" y="12700"/>
                  </a:cubicBezTo>
                  <a:lnTo>
                    <a:pt x="204597" y="591058"/>
                  </a:lnTo>
                  <a:cubicBezTo>
                    <a:pt x="204597" y="598043"/>
                    <a:pt x="198882" y="603758"/>
                    <a:pt x="191897" y="603758"/>
                  </a:cubicBezTo>
                  <a:lnTo>
                    <a:pt x="12700" y="603758"/>
                  </a:lnTo>
                  <a:cubicBezTo>
                    <a:pt x="5715" y="603758"/>
                    <a:pt x="0" y="598043"/>
                    <a:pt x="0" y="59105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91058"/>
                  </a:lnTo>
                  <a:lnTo>
                    <a:pt x="12700" y="591058"/>
                  </a:lnTo>
                  <a:lnTo>
                    <a:pt x="12700" y="578358"/>
                  </a:lnTo>
                  <a:lnTo>
                    <a:pt x="191897" y="578358"/>
                  </a:lnTo>
                  <a:lnTo>
                    <a:pt x="191897" y="591058"/>
                  </a:lnTo>
                  <a:lnTo>
                    <a:pt x="179197" y="591058"/>
                  </a:lnTo>
                  <a:lnTo>
                    <a:pt x="179197" y="12700"/>
                  </a:lnTo>
                  <a:lnTo>
                    <a:pt x="191897" y="12700"/>
                  </a:lnTo>
                  <a:lnTo>
                    <a:pt x="19189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290175" y="6317275"/>
            <a:ext cx="153450" cy="452850"/>
            <a:chOff x="0" y="0"/>
            <a:chExt cx="204600" cy="603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179197" cy="578358"/>
            </a:xfrm>
            <a:custGeom>
              <a:avLst/>
              <a:gdLst/>
              <a:ahLst/>
              <a:cxnLst/>
              <a:rect r="r" b="b" t="t" l="l"/>
              <a:pathLst>
                <a:path h="578358" w="179197">
                  <a:moveTo>
                    <a:pt x="0" y="0"/>
                  </a:moveTo>
                  <a:lnTo>
                    <a:pt x="179197" y="0"/>
                  </a:lnTo>
                  <a:lnTo>
                    <a:pt x="179197" y="578358"/>
                  </a:lnTo>
                  <a:lnTo>
                    <a:pt x="0" y="57835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4597" cy="603758"/>
            </a:xfrm>
            <a:custGeom>
              <a:avLst/>
              <a:gdLst/>
              <a:ahLst/>
              <a:cxnLst/>
              <a:rect r="r" b="b" t="t" l="l"/>
              <a:pathLst>
                <a:path h="603758" w="204597">
                  <a:moveTo>
                    <a:pt x="12700" y="0"/>
                  </a:moveTo>
                  <a:lnTo>
                    <a:pt x="191897" y="0"/>
                  </a:lnTo>
                  <a:cubicBezTo>
                    <a:pt x="198882" y="0"/>
                    <a:pt x="204597" y="5715"/>
                    <a:pt x="204597" y="12700"/>
                  </a:cubicBezTo>
                  <a:lnTo>
                    <a:pt x="204597" y="591058"/>
                  </a:lnTo>
                  <a:cubicBezTo>
                    <a:pt x="204597" y="598043"/>
                    <a:pt x="198882" y="603758"/>
                    <a:pt x="191897" y="603758"/>
                  </a:cubicBezTo>
                  <a:lnTo>
                    <a:pt x="12700" y="603758"/>
                  </a:lnTo>
                  <a:cubicBezTo>
                    <a:pt x="5715" y="603758"/>
                    <a:pt x="0" y="598043"/>
                    <a:pt x="0" y="59105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91058"/>
                  </a:lnTo>
                  <a:lnTo>
                    <a:pt x="12700" y="591058"/>
                  </a:lnTo>
                  <a:lnTo>
                    <a:pt x="12700" y="578358"/>
                  </a:lnTo>
                  <a:lnTo>
                    <a:pt x="191897" y="578358"/>
                  </a:lnTo>
                  <a:lnTo>
                    <a:pt x="191897" y="591058"/>
                  </a:lnTo>
                  <a:lnTo>
                    <a:pt x="179197" y="591058"/>
                  </a:lnTo>
                  <a:lnTo>
                    <a:pt x="179197" y="12700"/>
                  </a:lnTo>
                  <a:lnTo>
                    <a:pt x="191897" y="12700"/>
                  </a:lnTo>
                  <a:lnTo>
                    <a:pt x="19189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759475" y="6317275"/>
            <a:ext cx="153450" cy="452850"/>
            <a:chOff x="0" y="0"/>
            <a:chExt cx="204600" cy="603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179197" cy="578358"/>
            </a:xfrm>
            <a:custGeom>
              <a:avLst/>
              <a:gdLst/>
              <a:ahLst/>
              <a:cxnLst/>
              <a:rect r="r" b="b" t="t" l="l"/>
              <a:pathLst>
                <a:path h="578358" w="179197">
                  <a:moveTo>
                    <a:pt x="0" y="0"/>
                  </a:moveTo>
                  <a:lnTo>
                    <a:pt x="179197" y="0"/>
                  </a:lnTo>
                  <a:lnTo>
                    <a:pt x="179197" y="578358"/>
                  </a:lnTo>
                  <a:lnTo>
                    <a:pt x="0" y="57835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597" cy="603758"/>
            </a:xfrm>
            <a:custGeom>
              <a:avLst/>
              <a:gdLst/>
              <a:ahLst/>
              <a:cxnLst/>
              <a:rect r="r" b="b" t="t" l="l"/>
              <a:pathLst>
                <a:path h="603758" w="204597">
                  <a:moveTo>
                    <a:pt x="12700" y="0"/>
                  </a:moveTo>
                  <a:lnTo>
                    <a:pt x="191897" y="0"/>
                  </a:lnTo>
                  <a:cubicBezTo>
                    <a:pt x="198882" y="0"/>
                    <a:pt x="204597" y="5715"/>
                    <a:pt x="204597" y="12700"/>
                  </a:cubicBezTo>
                  <a:lnTo>
                    <a:pt x="204597" y="591058"/>
                  </a:lnTo>
                  <a:cubicBezTo>
                    <a:pt x="204597" y="598043"/>
                    <a:pt x="198882" y="603758"/>
                    <a:pt x="191897" y="603758"/>
                  </a:cubicBezTo>
                  <a:lnTo>
                    <a:pt x="12700" y="603758"/>
                  </a:lnTo>
                  <a:cubicBezTo>
                    <a:pt x="5715" y="603758"/>
                    <a:pt x="0" y="598043"/>
                    <a:pt x="0" y="59105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91058"/>
                  </a:lnTo>
                  <a:lnTo>
                    <a:pt x="12700" y="591058"/>
                  </a:lnTo>
                  <a:lnTo>
                    <a:pt x="12700" y="578358"/>
                  </a:lnTo>
                  <a:lnTo>
                    <a:pt x="191897" y="578358"/>
                  </a:lnTo>
                  <a:lnTo>
                    <a:pt x="191897" y="591058"/>
                  </a:lnTo>
                  <a:lnTo>
                    <a:pt x="179197" y="591058"/>
                  </a:lnTo>
                  <a:lnTo>
                    <a:pt x="179197" y="12700"/>
                  </a:lnTo>
                  <a:lnTo>
                    <a:pt x="191897" y="12700"/>
                  </a:lnTo>
                  <a:lnTo>
                    <a:pt x="19189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228775" y="6317275"/>
            <a:ext cx="153450" cy="452850"/>
            <a:chOff x="0" y="0"/>
            <a:chExt cx="204600" cy="603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700" y="12700"/>
              <a:ext cx="179197" cy="578358"/>
            </a:xfrm>
            <a:custGeom>
              <a:avLst/>
              <a:gdLst/>
              <a:ahLst/>
              <a:cxnLst/>
              <a:rect r="r" b="b" t="t" l="l"/>
              <a:pathLst>
                <a:path h="578358" w="179197">
                  <a:moveTo>
                    <a:pt x="0" y="0"/>
                  </a:moveTo>
                  <a:lnTo>
                    <a:pt x="179197" y="0"/>
                  </a:lnTo>
                  <a:lnTo>
                    <a:pt x="179197" y="578358"/>
                  </a:lnTo>
                  <a:lnTo>
                    <a:pt x="0" y="57835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597" cy="603758"/>
            </a:xfrm>
            <a:custGeom>
              <a:avLst/>
              <a:gdLst/>
              <a:ahLst/>
              <a:cxnLst/>
              <a:rect r="r" b="b" t="t" l="l"/>
              <a:pathLst>
                <a:path h="603758" w="204597">
                  <a:moveTo>
                    <a:pt x="12700" y="0"/>
                  </a:moveTo>
                  <a:lnTo>
                    <a:pt x="191897" y="0"/>
                  </a:lnTo>
                  <a:cubicBezTo>
                    <a:pt x="198882" y="0"/>
                    <a:pt x="204597" y="5715"/>
                    <a:pt x="204597" y="12700"/>
                  </a:cubicBezTo>
                  <a:lnTo>
                    <a:pt x="204597" y="591058"/>
                  </a:lnTo>
                  <a:cubicBezTo>
                    <a:pt x="204597" y="598043"/>
                    <a:pt x="198882" y="603758"/>
                    <a:pt x="191897" y="603758"/>
                  </a:cubicBezTo>
                  <a:lnTo>
                    <a:pt x="12700" y="603758"/>
                  </a:lnTo>
                  <a:cubicBezTo>
                    <a:pt x="5715" y="603758"/>
                    <a:pt x="0" y="598043"/>
                    <a:pt x="0" y="59105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91058"/>
                  </a:lnTo>
                  <a:lnTo>
                    <a:pt x="12700" y="591058"/>
                  </a:lnTo>
                  <a:lnTo>
                    <a:pt x="12700" y="578358"/>
                  </a:lnTo>
                  <a:lnTo>
                    <a:pt x="191897" y="578358"/>
                  </a:lnTo>
                  <a:lnTo>
                    <a:pt x="191897" y="591058"/>
                  </a:lnTo>
                  <a:lnTo>
                    <a:pt x="179197" y="591058"/>
                  </a:lnTo>
                  <a:lnTo>
                    <a:pt x="179197" y="12700"/>
                  </a:lnTo>
                  <a:lnTo>
                    <a:pt x="191897" y="12700"/>
                  </a:lnTo>
                  <a:lnTo>
                    <a:pt x="19189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698075" y="6317275"/>
            <a:ext cx="153450" cy="452850"/>
            <a:chOff x="0" y="0"/>
            <a:chExt cx="204600" cy="603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2700" y="12700"/>
              <a:ext cx="179197" cy="578358"/>
            </a:xfrm>
            <a:custGeom>
              <a:avLst/>
              <a:gdLst/>
              <a:ahLst/>
              <a:cxnLst/>
              <a:rect r="r" b="b" t="t" l="l"/>
              <a:pathLst>
                <a:path h="578358" w="179197">
                  <a:moveTo>
                    <a:pt x="0" y="0"/>
                  </a:moveTo>
                  <a:lnTo>
                    <a:pt x="179197" y="0"/>
                  </a:lnTo>
                  <a:lnTo>
                    <a:pt x="179197" y="578358"/>
                  </a:lnTo>
                  <a:lnTo>
                    <a:pt x="0" y="57835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4597" cy="603758"/>
            </a:xfrm>
            <a:custGeom>
              <a:avLst/>
              <a:gdLst/>
              <a:ahLst/>
              <a:cxnLst/>
              <a:rect r="r" b="b" t="t" l="l"/>
              <a:pathLst>
                <a:path h="603758" w="204597">
                  <a:moveTo>
                    <a:pt x="12700" y="0"/>
                  </a:moveTo>
                  <a:lnTo>
                    <a:pt x="191897" y="0"/>
                  </a:lnTo>
                  <a:cubicBezTo>
                    <a:pt x="198882" y="0"/>
                    <a:pt x="204597" y="5715"/>
                    <a:pt x="204597" y="12700"/>
                  </a:cubicBezTo>
                  <a:lnTo>
                    <a:pt x="204597" y="591058"/>
                  </a:lnTo>
                  <a:cubicBezTo>
                    <a:pt x="204597" y="598043"/>
                    <a:pt x="198882" y="603758"/>
                    <a:pt x="191897" y="603758"/>
                  </a:cubicBezTo>
                  <a:lnTo>
                    <a:pt x="12700" y="603758"/>
                  </a:lnTo>
                  <a:cubicBezTo>
                    <a:pt x="5715" y="603758"/>
                    <a:pt x="0" y="598043"/>
                    <a:pt x="0" y="59105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91058"/>
                  </a:lnTo>
                  <a:lnTo>
                    <a:pt x="12700" y="591058"/>
                  </a:lnTo>
                  <a:lnTo>
                    <a:pt x="12700" y="578358"/>
                  </a:lnTo>
                  <a:lnTo>
                    <a:pt x="191897" y="578358"/>
                  </a:lnTo>
                  <a:lnTo>
                    <a:pt x="191897" y="591058"/>
                  </a:lnTo>
                  <a:lnTo>
                    <a:pt x="179197" y="591058"/>
                  </a:lnTo>
                  <a:lnTo>
                    <a:pt x="179197" y="12700"/>
                  </a:lnTo>
                  <a:lnTo>
                    <a:pt x="191897" y="12700"/>
                  </a:lnTo>
                  <a:lnTo>
                    <a:pt x="19189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167375" y="6317275"/>
            <a:ext cx="153450" cy="452850"/>
            <a:chOff x="0" y="0"/>
            <a:chExt cx="204600" cy="603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00" y="12700"/>
              <a:ext cx="179197" cy="578358"/>
            </a:xfrm>
            <a:custGeom>
              <a:avLst/>
              <a:gdLst/>
              <a:ahLst/>
              <a:cxnLst/>
              <a:rect r="r" b="b" t="t" l="l"/>
              <a:pathLst>
                <a:path h="578358" w="179197">
                  <a:moveTo>
                    <a:pt x="0" y="0"/>
                  </a:moveTo>
                  <a:lnTo>
                    <a:pt x="179197" y="0"/>
                  </a:lnTo>
                  <a:lnTo>
                    <a:pt x="179197" y="578358"/>
                  </a:lnTo>
                  <a:lnTo>
                    <a:pt x="0" y="57835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597" cy="603758"/>
            </a:xfrm>
            <a:custGeom>
              <a:avLst/>
              <a:gdLst/>
              <a:ahLst/>
              <a:cxnLst/>
              <a:rect r="r" b="b" t="t" l="l"/>
              <a:pathLst>
                <a:path h="603758" w="204597">
                  <a:moveTo>
                    <a:pt x="12700" y="0"/>
                  </a:moveTo>
                  <a:lnTo>
                    <a:pt x="191897" y="0"/>
                  </a:lnTo>
                  <a:cubicBezTo>
                    <a:pt x="198882" y="0"/>
                    <a:pt x="204597" y="5715"/>
                    <a:pt x="204597" y="12700"/>
                  </a:cubicBezTo>
                  <a:lnTo>
                    <a:pt x="204597" y="591058"/>
                  </a:lnTo>
                  <a:cubicBezTo>
                    <a:pt x="204597" y="598043"/>
                    <a:pt x="198882" y="603758"/>
                    <a:pt x="191897" y="603758"/>
                  </a:cubicBezTo>
                  <a:lnTo>
                    <a:pt x="12700" y="603758"/>
                  </a:lnTo>
                  <a:cubicBezTo>
                    <a:pt x="5715" y="603758"/>
                    <a:pt x="0" y="598043"/>
                    <a:pt x="0" y="59105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91058"/>
                  </a:lnTo>
                  <a:lnTo>
                    <a:pt x="12700" y="591058"/>
                  </a:lnTo>
                  <a:lnTo>
                    <a:pt x="12700" y="578358"/>
                  </a:lnTo>
                  <a:lnTo>
                    <a:pt x="191897" y="578358"/>
                  </a:lnTo>
                  <a:lnTo>
                    <a:pt x="191897" y="591058"/>
                  </a:lnTo>
                  <a:lnTo>
                    <a:pt x="179197" y="591058"/>
                  </a:lnTo>
                  <a:lnTo>
                    <a:pt x="179197" y="12700"/>
                  </a:lnTo>
                  <a:lnTo>
                    <a:pt x="191897" y="12700"/>
                  </a:lnTo>
                  <a:lnTo>
                    <a:pt x="19189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139075" y="6377275"/>
            <a:ext cx="332850" cy="332850"/>
            <a:chOff x="0" y="0"/>
            <a:chExt cx="443800" cy="443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418338" cy="418338"/>
            </a:xfrm>
            <a:custGeom>
              <a:avLst/>
              <a:gdLst/>
              <a:ahLst/>
              <a:cxnLst/>
              <a:rect r="r" b="b" t="t" l="l"/>
              <a:pathLst>
                <a:path h="418338" w="418338">
                  <a:moveTo>
                    <a:pt x="0" y="209169"/>
                  </a:moveTo>
                  <a:cubicBezTo>
                    <a:pt x="0" y="93599"/>
                    <a:pt x="93599" y="0"/>
                    <a:pt x="209169" y="0"/>
                  </a:cubicBezTo>
                  <a:cubicBezTo>
                    <a:pt x="324739" y="0"/>
                    <a:pt x="418338" y="93599"/>
                    <a:pt x="418338" y="209169"/>
                  </a:cubicBezTo>
                  <a:cubicBezTo>
                    <a:pt x="418338" y="324739"/>
                    <a:pt x="324739" y="418338"/>
                    <a:pt x="209169" y="418338"/>
                  </a:cubicBezTo>
                  <a:cubicBezTo>
                    <a:pt x="93599" y="418338"/>
                    <a:pt x="0" y="324739"/>
                    <a:pt x="0" y="209169"/>
                  </a:cubicBez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3738" cy="443738"/>
            </a:xfrm>
            <a:custGeom>
              <a:avLst/>
              <a:gdLst/>
              <a:ahLst/>
              <a:cxnLst/>
              <a:rect r="r" b="b" t="t" l="l"/>
              <a:pathLst>
                <a:path h="443738" w="443738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221869" y="12700"/>
                  </a:lnTo>
                  <a:lnTo>
                    <a:pt x="221869" y="0"/>
                  </a:lnTo>
                  <a:cubicBezTo>
                    <a:pt x="344424" y="0"/>
                    <a:pt x="443738" y="99314"/>
                    <a:pt x="443738" y="221869"/>
                  </a:cubicBezTo>
                  <a:lnTo>
                    <a:pt x="431038" y="221869"/>
                  </a:lnTo>
                  <a:lnTo>
                    <a:pt x="443738" y="221869"/>
                  </a:lnTo>
                  <a:cubicBezTo>
                    <a:pt x="443738" y="344424"/>
                    <a:pt x="344424" y="443738"/>
                    <a:pt x="221869" y="443738"/>
                  </a:cubicBezTo>
                  <a:lnTo>
                    <a:pt x="221869" y="431038"/>
                  </a:lnTo>
                  <a:lnTo>
                    <a:pt x="221869" y="443738"/>
                  </a:lnTo>
                  <a:cubicBezTo>
                    <a:pt x="99314" y="443738"/>
                    <a:pt x="0" y="344424"/>
                    <a:pt x="0" y="221869"/>
                  </a:cubicBezTo>
                  <a:lnTo>
                    <a:pt x="12700" y="221869"/>
                  </a:lnTo>
                  <a:lnTo>
                    <a:pt x="23622" y="228346"/>
                  </a:lnTo>
                  <a:cubicBezTo>
                    <a:pt x="20701" y="233299"/>
                    <a:pt x="14859" y="235585"/>
                    <a:pt x="9398" y="234061"/>
                  </a:cubicBezTo>
                  <a:cubicBezTo>
                    <a:pt x="3937" y="232537"/>
                    <a:pt x="0" y="227584"/>
                    <a:pt x="0" y="221869"/>
                  </a:cubicBezTo>
                  <a:moveTo>
                    <a:pt x="25400" y="221869"/>
                  </a:moveTo>
                  <a:lnTo>
                    <a:pt x="12700" y="221869"/>
                  </a:lnTo>
                  <a:lnTo>
                    <a:pt x="1778" y="215392"/>
                  </a:lnTo>
                  <a:cubicBezTo>
                    <a:pt x="4699" y="210439"/>
                    <a:pt x="10541" y="208153"/>
                    <a:pt x="16002" y="209677"/>
                  </a:cubicBezTo>
                  <a:cubicBezTo>
                    <a:pt x="21463" y="211201"/>
                    <a:pt x="25400" y="216154"/>
                    <a:pt x="25400" y="221869"/>
                  </a:cubicBezTo>
                  <a:cubicBezTo>
                    <a:pt x="25400" y="330454"/>
                    <a:pt x="113411" y="418338"/>
                    <a:pt x="221869" y="418338"/>
                  </a:cubicBezTo>
                  <a:cubicBezTo>
                    <a:pt x="330327" y="418338"/>
                    <a:pt x="418338" y="330327"/>
                    <a:pt x="418338" y="221869"/>
                  </a:cubicBezTo>
                  <a:cubicBezTo>
                    <a:pt x="418338" y="113411"/>
                    <a:pt x="330454" y="25400"/>
                    <a:pt x="221869" y="25400"/>
                  </a:cubicBezTo>
                  <a:lnTo>
                    <a:pt x="221869" y="12700"/>
                  </a:lnTo>
                  <a:lnTo>
                    <a:pt x="221869" y="25400"/>
                  </a:lnTo>
                  <a:cubicBezTo>
                    <a:pt x="113411" y="25400"/>
                    <a:pt x="25400" y="113411"/>
                    <a:pt x="25400" y="221869"/>
                  </a:cubicBez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6139800" y="6132650"/>
            <a:ext cx="568200" cy="792600"/>
            <a:chOff x="0" y="0"/>
            <a:chExt cx="757600" cy="1056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7600" cy="1056800"/>
            </a:xfrm>
            <a:custGeom>
              <a:avLst/>
              <a:gdLst/>
              <a:ahLst/>
              <a:cxnLst/>
              <a:rect r="r" b="b" t="t" l="l"/>
              <a:pathLst>
                <a:path h="1056800" w="757600">
                  <a:moveTo>
                    <a:pt x="0" y="0"/>
                  </a:moveTo>
                  <a:lnTo>
                    <a:pt x="757600" y="0"/>
                  </a:lnTo>
                  <a:lnTo>
                    <a:pt x="757600" y="1056800"/>
                  </a:lnTo>
                  <a:lnTo>
                    <a:pt x="0" y="1056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757600" cy="107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580000" y="6147400"/>
            <a:ext cx="763800" cy="792600"/>
            <a:chOff x="0" y="0"/>
            <a:chExt cx="1018400" cy="1056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18400" cy="1056800"/>
            </a:xfrm>
            <a:custGeom>
              <a:avLst/>
              <a:gdLst/>
              <a:ahLst/>
              <a:cxnLst/>
              <a:rect r="r" b="b" t="t" l="l"/>
              <a:pathLst>
                <a:path h="1056800" w="1018400">
                  <a:moveTo>
                    <a:pt x="0" y="0"/>
                  </a:moveTo>
                  <a:lnTo>
                    <a:pt x="1018400" y="0"/>
                  </a:lnTo>
                  <a:lnTo>
                    <a:pt x="1018400" y="1056800"/>
                  </a:lnTo>
                  <a:lnTo>
                    <a:pt x="0" y="1056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018400" cy="107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6033075" y="9397650"/>
            <a:ext cx="1918350" cy="65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By: Seth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033075" y="9397650"/>
            <a:ext cx="1918350" cy="65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By: Seth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7684275" y="8441567"/>
            <a:ext cx="1221450" cy="648965"/>
            <a:chOff x="0" y="0"/>
            <a:chExt cx="1628600" cy="86528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2700" y="13036"/>
              <a:ext cx="1603248" cy="839242"/>
            </a:xfrm>
            <a:custGeom>
              <a:avLst/>
              <a:gdLst/>
              <a:ahLst/>
              <a:cxnLst/>
              <a:rect r="r" b="b" t="t" l="l"/>
              <a:pathLst>
                <a:path h="839242" w="1603248">
                  <a:moveTo>
                    <a:pt x="0" y="0"/>
                  </a:moveTo>
                  <a:lnTo>
                    <a:pt x="1603248" y="0"/>
                  </a:lnTo>
                  <a:lnTo>
                    <a:pt x="1603248" y="839242"/>
                  </a:lnTo>
                  <a:lnTo>
                    <a:pt x="0" y="839242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28648" cy="865313"/>
            </a:xfrm>
            <a:custGeom>
              <a:avLst/>
              <a:gdLst/>
              <a:ahLst/>
              <a:cxnLst/>
              <a:rect r="r" b="b" t="t" l="l"/>
              <a:pathLst>
                <a:path h="865313" w="1628648">
                  <a:moveTo>
                    <a:pt x="12700" y="0"/>
                  </a:moveTo>
                  <a:lnTo>
                    <a:pt x="1615948" y="0"/>
                  </a:lnTo>
                  <a:cubicBezTo>
                    <a:pt x="1622933" y="0"/>
                    <a:pt x="1628648" y="5866"/>
                    <a:pt x="1628648" y="13036"/>
                  </a:cubicBezTo>
                  <a:lnTo>
                    <a:pt x="1628648" y="852278"/>
                  </a:lnTo>
                  <a:cubicBezTo>
                    <a:pt x="1628648" y="859447"/>
                    <a:pt x="1622933" y="865313"/>
                    <a:pt x="1615948" y="865313"/>
                  </a:cubicBezTo>
                  <a:lnTo>
                    <a:pt x="12700" y="865313"/>
                  </a:lnTo>
                  <a:cubicBezTo>
                    <a:pt x="5715" y="865313"/>
                    <a:pt x="0" y="859447"/>
                    <a:pt x="0" y="852278"/>
                  </a:cubicBezTo>
                  <a:lnTo>
                    <a:pt x="0" y="13036"/>
                  </a:lnTo>
                  <a:cubicBezTo>
                    <a:pt x="0" y="5866"/>
                    <a:pt x="5715" y="0"/>
                    <a:pt x="12700" y="0"/>
                  </a:cubicBezTo>
                  <a:moveTo>
                    <a:pt x="12700" y="26072"/>
                  </a:moveTo>
                  <a:lnTo>
                    <a:pt x="12700" y="13036"/>
                  </a:lnTo>
                  <a:lnTo>
                    <a:pt x="25400" y="13036"/>
                  </a:lnTo>
                  <a:lnTo>
                    <a:pt x="25400" y="852278"/>
                  </a:lnTo>
                  <a:lnTo>
                    <a:pt x="12700" y="852278"/>
                  </a:lnTo>
                  <a:lnTo>
                    <a:pt x="12700" y="839242"/>
                  </a:lnTo>
                  <a:lnTo>
                    <a:pt x="1615948" y="839242"/>
                  </a:lnTo>
                  <a:lnTo>
                    <a:pt x="1615948" y="852278"/>
                  </a:lnTo>
                  <a:lnTo>
                    <a:pt x="1603248" y="852278"/>
                  </a:lnTo>
                  <a:lnTo>
                    <a:pt x="1603248" y="13036"/>
                  </a:lnTo>
                  <a:lnTo>
                    <a:pt x="1615948" y="13036"/>
                  </a:lnTo>
                  <a:lnTo>
                    <a:pt x="1615948" y="26072"/>
                  </a:lnTo>
                  <a:lnTo>
                    <a:pt x="12700" y="26072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628600" cy="884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Back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95250" cy="10381050"/>
            <a:chOff x="0" y="0"/>
            <a:chExt cx="24527000" cy="138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501602" cy="13815949"/>
            </a:xfrm>
            <a:custGeom>
              <a:avLst/>
              <a:gdLst/>
              <a:ahLst/>
              <a:cxnLst/>
              <a:rect r="r" b="b" t="t" l="l"/>
              <a:pathLst>
                <a:path h="13815949" w="24501602">
                  <a:moveTo>
                    <a:pt x="0" y="0"/>
                  </a:moveTo>
                  <a:lnTo>
                    <a:pt x="24501602" y="0"/>
                  </a:lnTo>
                  <a:lnTo>
                    <a:pt x="24501602" y="13815949"/>
                  </a:lnTo>
                  <a:lnTo>
                    <a:pt x="0" y="13815949"/>
                  </a:lnTo>
                  <a:close/>
                </a:path>
              </a:pathLst>
            </a:custGeom>
            <a:solidFill>
              <a:srgbClr val="AE470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527002" cy="13841349"/>
            </a:xfrm>
            <a:custGeom>
              <a:avLst/>
              <a:gdLst/>
              <a:ahLst/>
              <a:cxnLst/>
              <a:rect r="r" b="b" t="t" l="l"/>
              <a:pathLst>
                <a:path h="13841349" w="24527002">
                  <a:moveTo>
                    <a:pt x="12700" y="0"/>
                  </a:moveTo>
                  <a:lnTo>
                    <a:pt x="24514302" y="0"/>
                  </a:lnTo>
                  <a:cubicBezTo>
                    <a:pt x="24521288" y="0"/>
                    <a:pt x="24527002" y="5715"/>
                    <a:pt x="24527002" y="12700"/>
                  </a:cubicBezTo>
                  <a:lnTo>
                    <a:pt x="24527002" y="13828649"/>
                  </a:lnTo>
                  <a:cubicBezTo>
                    <a:pt x="24527002" y="13835635"/>
                    <a:pt x="24521288" y="13841349"/>
                    <a:pt x="24514302" y="13841349"/>
                  </a:cubicBezTo>
                  <a:lnTo>
                    <a:pt x="12700" y="13841349"/>
                  </a:lnTo>
                  <a:cubicBezTo>
                    <a:pt x="5715" y="13841349"/>
                    <a:pt x="0" y="13835635"/>
                    <a:pt x="0" y="1382864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828649"/>
                  </a:lnTo>
                  <a:lnTo>
                    <a:pt x="12700" y="13828649"/>
                  </a:lnTo>
                  <a:lnTo>
                    <a:pt x="12700" y="13815949"/>
                  </a:lnTo>
                  <a:lnTo>
                    <a:pt x="24514302" y="13815949"/>
                  </a:lnTo>
                  <a:lnTo>
                    <a:pt x="24514302" y="13828649"/>
                  </a:lnTo>
                  <a:lnTo>
                    <a:pt x="24501602" y="13828649"/>
                  </a:lnTo>
                  <a:lnTo>
                    <a:pt x="24501602" y="12700"/>
                  </a:lnTo>
                  <a:lnTo>
                    <a:pt x="24514302" y="12700"/>
                  </a:lnTo>
                  <a:lnTo>
                    <a:pt x="2451430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4939400" y="3384650"/>
            <a:ext cx="8409200" cy="1259600"/>
            <a:chOff x="0" y="0"/>
            <a:chExt cx="11212267" cy="1679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1717" y="21717"/>
              <a:ext cx="11168761" cy="1636014"/>
            </a:xfrm>
            <a:custGeom>
              <a:avLst/>
              <a:gdLst/>
              <a:ahLst/>
              <a:cxnLst/>
              <a:rect r="r" b="b" t="t" l="l"/>
              <a:pathLst>
                <a:path h="1636014" w="11168761">
                  <a:moveTo>
                    <a:pt x="0" y="0"/>
                  </a:moveTo>
                  <a:lnTo>
                    <a:pt x="11168761" y="0"/>
                  </a:lnTo>
                  <a:lnTo>
                    <a:pt x="11168761" y="1636014"/>
                  </a:lnTo>
                  <a:lnTo>
                    <a:pt x="0" y="1636014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2195" cy="1679448"/>
            </a:xfrm>
            <a:custGeom>
              <a:avLst/>
              <a:gdLst/>
              <a:ahLst/>
              <a:cxnLst/>
              <a:rect r="r" b="b" t="t" l="l"/>
              <a:pathLst>
                <a:path h="1679448" w="11212195">
                  <a:moveTo>
                    <a:pt x="21717" y="0"/>
                  </a:moveTo>
                  <a:lnTo>
                    <a:pt x="11190478" y="0"/>
                  </a:lnTo>
                  <a:cubicBezTo>
                    <a:pt x="11202543" y="0"/>
                    <a:pt x="11212195" y="9779"/>
                    <a:pt x="11212195" y="21717"/>
                  </a:cubicBezTo>
                  <a:lnTo>
                    <a:pt x="11212195" y="1657731"/>
                  </a:lnTo>
                  <a:cubicBezTo>
                    <a:pt x="11212195" y="1669796"/>
                    <a:pt x="11202416" y="1679448"/>
                    <a:pt x="11190478" y="1679448"/>
                  </a:cubicBezTo>
                  <a:lnTo>
                    <a:pt x="21717" y="1679448"/>
                  </a:lnTo>
                  <a:cubicBezTo>
                    <a:pt x="9652" y="1679448"/>
                    <a:pt x="0" y="1669669"/>
                    <a:pt x="0" y="1657731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1657731"/>
                  </a:lnTo>
                  <a:lnTo>
                    <a:pt x="21717" y="1657731"/>
                  </a:lnTo>
                  <a:lnTo>
                    <a:pt x="21717" y="1636014"/>
                  </a:lnTo>
                  <a:lnTo>
                    <a:pt x="11190478" y="1636014"/>
                  </a:lnTo>
                  <a:lnTo>
                    <a:pt x="11190478" y="1657731"/>
                  </a:lnTo>
                  <a:lnTo>
                    <a:pt x="11168761" y="1657731"/>
                  </a:lnTo>
                  <a:lnTo>
                    <a:pt x="11168761" y="21717"/>
                  </a:lnTo>
                  <a:lnTo>
                    <a:pt x="11190478" y="21717"/>
                  </a:lnTo>
                  <a:lnTo>
                    <a:pt x="11190478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212267" cy="1698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5"/>
                </a:lnSpc>
              </a:pPr>
              <a:r>
                <a:rPr lang="en-US" sz="47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 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82275" y="8449925"/>
            <a:ext cx="1221450" cy="632250"/>
            <a:chOff x="0" y="0"/>
            <a:chExt cx="1628600" cy="84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1603248" cy="817626"/>
            </a:xfrm>
            <a:custGeom>
              <a:avLst/>
              <a:gdLst/>
              <a:ahLst/>
              <a:cxnLst/>
              <a:rect r="r" b="b" t="t" l="l"/>
              <a:pathLst>
                <a:path h="817626" w="1603248">
                  <a:moveTo>
                    <a:pt x="0" y="0"/>
                  </a:moveTo>
                  <a:lnTo>
                    <a:pt x="1603248" y="0"/>
                  </a:lnTo>
                  <a:lnTo>
                    <a:pt x="1603248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648" cy="843026"/>
            </a:xfrm>
            <a:custGeom>
              <a:avLst/>
              <a:gdLst/>
              <a:ahLst/>
              <a:cxnLst/>
              <a:rect r="r" b="b" t="t" l="l"/>
              <a:pathLst>
                <a:path h="843026" w="1628648">
                  <a:moveTo>
                    <a:pt x="12700" y="0"/>
                  </a:moveTo>
                  <a:lnTo>
                    <a:pt x="1615948" y="0"/>
                  </a:lnTo>
                  <a:cubicBezTo>
                    <a:pt x="1622933" y="0"/>
                    <a:pt x="1628648" y="5715"/>
                    <a:pt x="1628648" y="12700"/>
                  </a:cubicBezTo>
                  <a:lnTo>
                    <a:pt x="1628648" y="830326"/>
                  </a:lnTo>
                  <a:cubicBezTo>
                    <a:pt x="1628648" y="837311"/>
                    <a:pt x="1622933" y="843026"/>
                    <a:pt x="1615948" y="843026"/>
                  </a:cubicBezTo>
                  <a:lnTo>
                    <a:pt x="12700" y="843026"/>
                  </a:lnTo>
                  <a:cubicBezTo>
                    <a:pt x="5715" y="843026"/>
                    <a:pt x="0" y="837311"/>
                    <a:pt x="0" y="83032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30326"/>
                  </a:lnTo>
                  <a:lnTo>
                    <a:pt x="12700" y="830326"/>
                  </a:lnTo>
                  <a:lnTo>
                    <a:pt x="12700" y="817626"/>
                  </a:lnTo>
                  <a:lnTo>
                    <a:pt x="1615948" y="817626"/>
                  </a:lnTo>
                  <a:lnTo>
                    <a:pt x="1615948" y="830326"/>
                  </a:lnTo>
                  <a:lnTo>
                    <a:pt x="1603248" y="830326"/>
                  </a:lnTo>
                  <a:lnTo>
                    <a:pt x="1603248" y="12700"/>
                  </a:lnTo>
                  <a:lnTo>
                    <a:pt x="1615948" y="12700"/>
                  </a:lnTo>
                  <a:lnTo>
                    <a:pt x="161594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28600" cy="8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867425" y="1522725"/>
            <a:ext cx="2553150" cy="88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987876" y="5497350"/>
            <a:ext cx="780200" cy="645800"/>
            <a:chOff x="0" y="0"/>
            <a:chExt cx="1040267" cy="8610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1717" y="21717"/>
              <a:ext cx="996823" cy="817626"/>
            </a:xfrm>
            <a:custGeom>
              <a:avLst/>
              <a:gdLst/>
              <a:ahLst/>
              <a:cxnLst/>
              <a:rect r="r" b="b" t="t" l="l"/>
              <a:pathLst>
                <a:path h="817626" w="996823">
                  <a:moveTo>
                    <a:pt x="0" y="0"/>
                  </a:moveTo>
                  <a:lnTo>
                    <a:pt x="996823" y="0"/>
                  </a:lnTo>
                  <a:lnTo>
                    <a:pt x="996823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0257" cy="861060"/>
            </a:xfrm>
            <a:custGeom>
              <a:avLst/>
              <a:gdLst/>
              <a:ahLst/>
              <a:cxnLst/>
              <a:rect r="r" b="b" t="t" l="l"/>
              <a:pathLst>
                <a:path h="861060" w="1040257">
                  <a:moveTo>
                    <a:pt x="21717" y="0"/>
                  </a:moveTo>
                  <a:lnTo>
                    <a:pt x="1018540" y="0"/>
                  </a:lnTo>
                  <a:cubicBezTo>
                    <a:pt x="1030605" y="0"/>
                    <a:pt x="1040257" y="9779"/>
                    <a:pt x="1040257" y="21717"/>
                  </a:cubicBezTo>
                  <a:lnTo>
                    <a:pt x="1040257" y="839343"/>
                  </a:lnTo>
                  <a:cubicBezTo>
                    <a:pt x="1040257" y="851408"/>
                    <a:pt x="1030478" y="861060"/>
                    <a:pt x="1018540" y="861060"/>
                  </a:cubicBezTo>
                  <a:lnTo>
                    <a:pt x="21717" y="861060"/>
                  </a:lnTo>
                  <a:cubicBezTo>
                    <a:pt x="9779" y="861060"/>
                    <a:pt x="0" y="851281"/>
                    <a:pt x="0" y="839343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839343"/>
                  </a:lnTo>
                  <a:lnTo>
                    <a:pt x="21717" y="839343"/>
                  </a:lnTo>
                  <a:lnTo>
                    <a:pt x="21717" y="817626"/>
                  </a:lnTo>
                  <a:lnTo>
                    <a:pt x="1018540" y="817626"/>
                  </a:lnTo>
                  <a:lnTo>
                    <a:pt x="1018540" y="839343"/>
                  </a:lnTo>
                  <a:lnTo>
                    <a:pt x="996823" y="839343"/>
                  </a:lnTo>
                  <a:lnTo>
                    <a:pt x="996823" y="21717"/>
                  </a:lnTo>
                  <a:lnTo>
                    <a:pt x="1018540" y="21717"/>
                  </a:lnTo>
                  <a:lnTo>
                    <a:pt x="1018540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40267" cy="88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987876" y="6220800"/>
            <a:ext cx="780200" cy="645800"/>
            <a:chOff x="0" y="0"/>
            <a:chExt cx="1040267" cy="8610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1717" y="21717"/>
              <a:ext cx="996823" cy="817626"/>
            </a:xfrm>
            <a:custGeom>
              <a:avLst/>
              <a:gdLst/>
              <a:ahLst/>
              <a:cxnLst/>
              <a:rect r="r" b="b" t="t" l="l"/>
              <a:pathLst>
                <a:path h="817626" w="996823">
                  <a:moveTo>
                    <a:pt x="0" y="0"/>
                  </a:moveTo>
                  <a:lnTo>
                    <a:pt x="996823" y="0"/>
                  </a:lnTo>
                  <a:lnTo>
                    <a:pt x="996823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0257" cy="861060"/>
            </a:xfrm>
            <a:custGeom>
              <a:avLst/>
              <a:gdLst/>
              <a:ahLst/>
              <a:cxnLst/>
              <a:rect r="r" b="b" t="t" l="l"/>
              <a:pathLst>
                <a:path h="861060" w="1040257">
                  <a:moveTo>
                    <a:pt x="21717" y="0"/>
                  </a:moveTo>
                  <a:lnTo>
                    <a:pt x="1018540" y="0"/>
                  </a:lnTo>
                  <a:cubicBezTo>
                    <a:pt x="1030605" y="0"/>
                    <a:pt x="1040257" y="9779"/>
                    <a:pt x="1040257" y="21717"/>
                  </a:cubicBezTo>
                  <a:lnTo>
                    <a:pt x="1040257" y="839343"/>
                  </a:lnTo>
                  <a:cubicBezTo>
                    <a:pt x="1040257" y="851408"/>
                    <a:pt x="1030478" y="861060"/>
                    <a:pt x="1018540" y="861060"/>
                  </a:cubicBezTo>
                  <a:lnTo>
                    <a:pt x="21717" y="861060"/>
                  </a:lnTo>
                  <a:cubicBezTo>
                    <a:pt x="9779" y="861060"/>
                    <a:pt x="0" y="851281"/>
                    <a:pt x="0" y="839343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839343"/>
                  </a:lnTo>
                  <a:lnTo>
                    <a:pt x="21717" y="839343"/>
                  </a:lnTo>
                  <a:lnTo>
                    <a:pt x="21717" y="817626"/>
                  </a:lnTo>
                  <a:lnTo>
                    <a:pt x="1018540" y="817626"/>
                  </a:lnTo>
                  <a:lnTo>
                    <a:pt x="1018540" y="839343"/>
                  </a:lnTo>
                  <a:lnTo>
                    <a:pt x="996823" y="839343"/>
                  </a:lnTo>
                  <a:lnTo>
                    <a:pt x="996823" y="21717"/>
                  </a:lnTo>
                  <a:lnTo>
                    <a:pt x="1018540" y="21717"/>
                  </a:lnTo>
                  <a:lnTo>
                    <a:pt x="1018540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040267" cy="88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987876" y="6944250"/>
            <a:ext cx="780200" cy="645800"/>
            <a:chOff x="0" y="0"/>
            <a:chExt cx="1040267" cy="8610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1717" y="21717"/>
              <a:ext cx="996823" cy="817626"/>
            </a:xfrm>
            <a:custGeom>
              <a:avLst/>
              <a:gdLst/>
              <a:ahLst/>
              <a:cxnLst/>
              <a:rect r="r" b="b" t="t" l="l"/>
              <a:pathLst>
                <a:path h="817626" w="996823">
                  <a:moveTo>
                    <a:pt x="0" y="0"/>
                  </a:moveTo>
                  <a:lnTo>
                    <a:pt x="996823" y="0"/>
                  </a:lnTo>
                  <a:lnTo>
                    <a:pt x="996823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0257" cy="861060"/>
            </a:xfrm>
            <a:custGeom>
              <a:avLst/>
              <a:gdLst/>
              <a:ahLst/>
              <a:cxnLst/>
              <a:rect r="r" b="b" t="t" l="l"/>
              <a:pathLst>
                <a:path h="861060" w="1040257">
                  <a:moveTo>
                    <a:pt x="21717" y="0"/>
                  </a:moveTo>
                  <a:lnTo>
                    <a:pt x="1018540" y="0"/>
                  </a:lnTo>
                  <a:cubicBezTo>
                    <a:pt x="1030605" y="0"/>
                    <a:pt x="1040257" y="9779"/>
                    <a:pt x="1040257" y="21717"/>
                  </a:cubicBezTo>
                  <a:lnTo>
                    <a:pt x="1040257" y="839343"/>
                  </a:lnTo>
                  <a:cubicBezTo>
                    <a:pt x="1040257" y="851408"/>
                    <a:pt x="1030478" y="861060"/>
                    <a:pt x="1018540" y="861060"/>
                  </a:cubicBezTo>
                  <a:lnTo>
                    <a:pt x="21717" y="861060"/>
                  </a:lnTo>
                  <a:cubicBezTo>
                    <a:pt x="9779" y="861060"/>
                    <a:pt x="0" y="851281"/>
                    <a:pt x="0" y="839343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839343"/>
                  </a:lnTo>
                  <a:lnTo>
                    <a:pt x="21717" y="839343"/>
                  </a:lnTo>
                  <a:lnTo>
                    <a:pt x="21717" y="817626"/>
                  </a:lnTo>
                  <a:lnTo>
                    <a:pt x="1018540" y="817626"/>
                  </a:lnTo>
                  <a:lnTo>
                    <a:pt x="1018540" y="839343"/>
                  </a:lnTo>
                  <a:lnTo>
                    <a:pt x="996823" y="839343"/>
                  </a:lnTo>
                  <a:lnTo>
                    <a:pt x="996823" y="21717"/>
                  </a:lnTo>
                  <a:lnTo>
                    <a:pt x="1018540" y="21717"/>
                  </a:lnTo>
                  <a:lnTo>
                    <a:pt x="1018540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040267" cy="88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87326" y="5497350"/>
            <a:ext cx="5412800" cy="645800"/>
            <a:chOff x="0" y="0"/>
            <a:chExt cx="7217067" cy="8610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1717" y="21717"/>
              <a:ext cx="7173595" cy="817626"/>
            </a:xfrm>
            <a:custGeom>
              <a:avLst/>
              <a:gdLst/>
              <a:ahLst/>
              <a:cxnLst/>
              <a:rect r="r" b="b" t="t" l="l"/>
              <a:pathLst>
                <a:path h="817626" w="7173595">
                  <a:moveTo>
                    <a:pt x="0" y="0"/>
                  </a:moveTo>
                  <a:lnTo>
                    <a:pt x="7173595" y="0"/>
                  </a:lnTo>
                  <a:lnTo>
                    <a:pt x="7173595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17029" cy="861060"/>
            </a:xfrm>
            <a:custGeom>
              <a:avLst/>
              <a:gdLst/>
              <a:ahLst/>
              <a:cxnLst/>
              <a:rect r="r" b="b" t="t" l="l"/>
              <a:pathLst>
                <a:path h="861060" w="7217029">
                  <a:moveTo>
                    <a:pt x="21717" y="0"/>
                  </a:moveTo>
                  <a:lnTo>
                    <a:pt x="7195312" y="0"/>
                  </a:lnTo>
                  <a:cubicBezTo>
                    <a:pt x="7207377" y="0"/>
                    <a:pt x="7217029" y="9779"/>
                    <a:pt x="7217029" y="21717"/>
                  </a:cubicBezTo>
                  <a:lnTo>
                    <a:pt x="7217029" y="839343"/>
                  </a:lnTo>
                  <a:cubicBezTo>
                    <a:pt x="7217029" y="851408"/>
                    <a:pt x="7207250" y="861060"/>
                    <a:pt x="7195312" y="861060"/>
                  </a:cubicBezTo>
                  <a:lnTo>
                    <a:pt x="21717" y="861060"/>
                  </a:lnTo>
                  <a:cubicBezTo>
                    <a:pt x="9779" y="861060"/>
                    <a:pt x="0" y="851281"/>
                    <a:pt x="0" y="839343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839343"/>
                  </a:lnTo>
                  <a:lnTo>
                    <a:pt x="21717" y="839343"/>
                  </a:lnTo>
                  <a:lnTo>
                    <a:pt x="21717" y="817626"/>
                  </a:lnTo>
                  <a:lnTo>
                    <a:pt x="7195312" y="817626"/>
                  </a:lnTo>
                  <a:lnTo>
                    <a:pt x="7195312" y="839343"/>
                  </a:lnTo>
                  <a:lnTo>
                    <a:pt x="7173595" y="839343"/>
                  </a:lnTo>
                  <a:lnTo>
                    <a:pt x="7173595" y="21717"/>
                  </a:lnTo>
                  <a:lnTo>
                    <a:pt x="7195312" y="21717"/>
                  </a:lnTo>
                  <a:lnTo>
                    <a:pt x="7195312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7217067" cy="88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Example 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87326" y="6220800"/>
            <a:ext cx="5412800" cy="645800"/>
            <a:chOff x="0" y="0"/>
            <a:chExt cx="7217067" cy="8610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1717" y="21717"/>
              <a:ext cx="7173595" cy="817626"/>
            </a:xfrm>
            <a:custGeom>
              <a:avLst/>
              <a:gdLst/>
              <a:ahLst/>
              <a:cxnLst/>
              <a:rect r="r" b="b" t="t" l="l"/>
              <a:pathLst>
                <a:path h="817626" w="7173595">
                  <a:moveTo>
                    <a:pt x="0" y="0"/>
                  </a:moveTo>
                  <a:lnTo>
                    <a:pt x="7173595" y="0"/>
                  </a:lnTo>
                  <a:lnTo>
                    <a:pt x="7173595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17029" cy="861060"/>
            </a:xfrm>
            <a:custGeom>
              <a:avLst/>
              <a:gdLst/>
              <a:ahLst/>
              <a:cxnLst/>
              <a:rect r="r" b="b" t="t" l="l"/>
              <a:pathLst>
                <a:path h="861060" w="7217029">
                  <a:moveTo>
                    <a:pt x="21717" y="0"/>
                  </a:moveTo>
                  <a:lnTo>
                    <a:pt x="7195312" y="0"/>
                  </a:lnTo>
                  <a:cubicBezTo>
                    <a:pt x="7207377" y="0"/>
                    <a:pt x="7217029" y="9779"/>
                    <a:pt x="7217029" y="21717"/>
                  </a:cubicBezTo>
                  <a:lnTo>
                    <a:pt x="7217029" y="839343"/>
                  </a:lnTo>
                  <a:cubicBezTo>
                    <a:pt x="7217029" y="851408"/>
                    <a:pt x="7207250" y="861060"/>
                    <a:pt x="7195312" y="861060"/>
                  </a:cubicBezTo>
                  <a:lnTo>
                    <a:pt x="21717" y="861060"/>
                  </a:lnTo>
                  <a:cubicBezTo>
                    <a:pt x="9779" y="861060"/>
                    <a:pt x="0" y="851281"/>
                    <a:pt x="0" y="839343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839343"/>
                  </a:lnTo>
                  <a:lnTo>
                    <a:pt x="21717" y="839343"/>
                  </a:lnTo>
                  <a:lnTo>
                    <a:pt x="21717" y="817626"/>
                  </a:lnTo>
                  <a:lnTo>
                    <a:pt x="7195312" y="817626"/>
                  </a:lnTo>
                  <a:lnTo>
                    <a:pt x="7195312" y="839343"/>
                  </a:lnTo>
                  <a:lnTo>
                    <a:pt x="7173595" y="839343"/>
                  </a:lnTo>
                  <a:lnTo>
                    <a:pt x="7173595" y="21717"/>
                  </a:lnTo>
                  <a:lnTo>
                    <a:pt x="7195312" y="21717"/>
                  </a:lnTo>
                  <a:lnTo>
                    <a:pt x="7195312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7217067" cy="88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Example 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87326" y="6944250"/>
            <a:ext cx="5412800" cy="645800"/>
            <a:chOff x="0" y="0"/>
            <a:chExt cx="7217067" cy="8610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1717" y="21717"/>
              <a:ext cx="7173595" cy="817626"/>
            </a:xfrm>
            <a:custGeom>
              <a:avLst/>
              <a:gdLst/>
              <a:ahLst/>
              <a:cxnLst/>
              <a:rect r="r" b="b" t="t" l="l"/>
              <a:pathLst>
                <a:path h="817626" w="7173595">
                  <a:moveTo>
                    <a:pt x="0" y="0"/>
                  </a:moveTo>
                  <a:lnTo>
                    <a:pt x="7173595" y="0"/>
                  </a:lnTo>
                  <a:lnTo>
                    <a:pt x="7173595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217029" cy="861060"/>
            </a:xfrm>
            <a:custGeom>
              <a:avLst/>
              <a:gdLst/>
              <a:ahLst/>
              <a:cxnLst/>
              <a:rect r="r" b="b" t="t" l="l"/>
              <a:pathLst>
                <a:path h="861060" w="7217029">
                  <a:moveTo>
                    <a:pt x="21717" y="0"/>
                  </a:moveTo>
                  <a:lnTo>
                    <a:pt x="7195312" y="0"/>
                  </a:lnTo>
                  <a:cubicBezTo>
                    <a:pt x="7207377" y="0"/>
                    <a:pt x="7217029" y="9779"/>
                    <a:pt x="7217029" y="21717"/>
                  </a:cubicBezTo>
                  <a:lnTo>
                    <a:pt x="7217029" y="839343"/>
                  </a:lnTo>
                  <a:cubicBezTo>
                    <a:pt x="7217029" y="851408"/>
                    <a:pt x="7207250" y="861060"/>
                    <a:pt x="7195312" y="861060"/>
                  </a:cubicBezTo>
                  <a:lnTo>
                    <a:pt x="21717" y="861060"/>
                  </a:lnTo>
                  <a:cubicBezTo>
                    <a:pt x="9779" y="861060"/>
                    <a:pt x="0" y="851281"/>
                    <a:pt x="0" y="839343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839343"/>
                  </a:lnTo>
                  <a:lnTo>
                    <a:pt x="21717" y="839343"/>
                  </a:lnTo>
                  <a:lnTo>
                    <a:pt x="21717" y="817626"/>
                  </a:lnTo>
                  <a:lnTo>
                    <a:pt x="7195312" y="817626"/>
                  </a:lnTo>
                  <a:lnTo>
                    <a:pt x="7195312" y="839343"/>
                  </a:lnTo>
                  <a:lnTo>
                    <a:pt x="7173595" y="839343"/>
                  </a:lnTo>
                  <a:lnTo>
                    <a:pt x="7173595" y="21717"/>
                  </a:lnTo>
                  <a:lnTo>
                    <a:pt x="7195312" y="21717"/>
                  </a:lnTo>
                  <a:lnTo>
                    <a:pt x="7195312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7217067" cy="88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Example 3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6033075" y="9397650"/>
            <a:ext cx="1918350" cy="65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By: Seth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033075" y="9397650"/>
            <a:ext cx="1918350" cy="65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By: Seth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684275" y="8441567"/>
            <a:ext cx="1221450" cy="648965"/>
            <a:chOff x="0" y="0"/>
            <a:chExt cx="1628600" cy="86528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3036"/>
              <a:ext cx="1603248" cy="839242"/>
            </a:xfrm>
            <a:custGeom>
              <a:avLst/>
              <a:gdLst/>
              <a:ahLst/>
              <a:cxnLst/>
              <a:rect r="r" b="b" t="t" l="l"/>
              <a:pathLst>
                <a:path h="839242" w="1603248">
                  <a:moveTo>
                    <a:pt x="0" y="0"/>
                  </a:moveTo>
                  <a:lnTo>
                    <a:pt x="1603248" y="0"/>
                  </a:lnTo>
                  <a:lnTo>
                    <a:pt x="1603248" y="839242"/>
                  </a:lnTo>
                  <a:lnTo>
                    <a:pt x="0" y="839242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28648" cy="865313"/>
            </a:xfrm>
            <a:custGeom>
              <a:avLst/>
              <a:gdLst/>
              <a:ahLst/>
              <a:cxnLst/>
              <a:rect r="r" b="b" t="t" l="l"/>
              <a:pathLst>
                <a:path h="865313" w="1628648">
                  <a:moveTo>
                    <a:pt x="12700" y="0"/>
                  </a:moveTo>
                  <a:lnTo>
                    <a:pt x="1615948" y="0"/>
                  </a:lnTo>
                  <a:cubicBezTo>
                    <a:pt x="1622933" y="0"/>
                    <a:pt x="1628648" y="5866"/>
                    <a:pt x="1628648" y="13036"/>
                  </a:cubicBezTo>
                  <a:lnTo>
                    <a:pt x="1628648" y="852278"/>
                  </a:lnTo>
                  <a:cubicBezTo>
                    <a:pt x="1628648" y="859447"/>
                    <a:pt x="1622933" y="865313"/>
                    <a:pt x="1615948" y="865313"/>
                  </a:cubicBezTo>
                  <a:lnTo>
                    <a:pt x="12700" y="865313"/>
                  </a:lnTo>
                  <a:cubicBezTo>
                    <a:pt x="5715" y="865313"/>
                    <a:pt x="0" y="859447"/>
                    <a:pt x="0" y="852278"/>
                  </a:cubicBezTo>
                  <a:lnTo>
                    <a:pt x="0" y="13036"/>
                  </a:lnTo>
                  <a:cubicBezTo>
                    <a:pt x="0" y="5866"/>
                    <a:pt x="5715" y="0"/>
                    <a:pt x="12700" y="0"/>
                  </a:cubicBezTo>
                  <a:moveTo>
                    <a:pt x="12700" y="26072"/>
                  </a:moveTo>
                  <a:lnTo>
                    <a:pt x="12700" y="13036"/>
                  </a:lnTo>
                  <a:lnTo>
                    <a:pt x="25400" y="13036"/>
                  </a:lnTo>
                  <a:lnTo>
                    <a:pt x="25400" y="852278"/>
                  </a:lnTo>
                  <a:lnTo>
                    <a:pt x="12700" y="852278"/>
                  </a:lnTo>
                  <a:lnTo>
                    <a:pt x="12700" y="839242"/>
                  </a:lnTo>
                  <a:lnTo>
                    <a:pt x="1615948" y="839242"/>
                  </a:lnTo>
                  <a:lnTo>
                    <a:pt x="1615948" y="852278"/>
                  </a:lnTo>
                  <a:lnTo>
                    <a:pt x="1603248" y="852278"/>
                  </a:lnTo>
                  <a:lnTo>
                    <a:pt x="1603248" y="13036"/>
                  </a:lnTo>
                  <a:lnTo>
                    <a:pt x="1615948" y="13036"/>
                  </a:lnTo>
                  <a:lnTo>
                    <a:pt x="1615948" y="26072"/>
                  </a:lnTo>
                  <a:lnTo>
                    <a:pt x="12700" y="26072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628600" cy="884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Back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4175" y="-9525"/>
            <a:ext cx="18411450" cy="10306050"/>
            <a:chOff x="0" y="0"/>
            <a:chExt cx="245486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52319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523192">
                  <a:moveTo>
                    <a:pt x="0" y="0"/>
                  </a:moveTo>
                  <a:lnTo>
                    <a:pt x="24523192" y="0"/>
                  </a:lnTo>
                  <a:lnTo>
                    <a:pt x="2452319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E470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548592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548592">
                  <a:moveTo>
                    <a:pt x="12700" y="0"/>
                  </a:moveTo>
                  <a:lnTo>
                    <a:pt x="24535892" y="0"/>
                  </a:lnTo>
                  <a:cubicBezTo>
                    <a:pt x="24542877" y="0"/>
                    <a:pt x="24548592" y="5715"/>
                    <a:pt x="24548592" y="12700"/>
                  </a:cubicBezTo>
                  <a:lnTo>
                    <a:pt x="24548592" y="13728700"/>
                  </a:lnTo>
                  <a:cubicBezTo>
                    <a:pt x="24548592" y="13735686"/>
                    <a:pt x="24542877" y="13741400"/>
                    <a:pt x="24535892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535892" y="13716000"/>
                  </a:lnTo>
                  <a:lnTo>
                    <a:pt x="24535892" y="13728700"/>
                  </a:lnTo>
                  <a:lnTo>
                    <a:pt x="24523192" y="13728700"/>
                  </a:lnTo>
                  <a:lnTo>
                    <a:pt x="24523192" y="12700"/>
                  </a:lnTo>
                  <a:lnTo>
                    <a:pt x="24535892" y="12700"/>
                  </a:lnTo>
                  <a:lnTo>
                    <a:pt x="245358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4939400" y="3384650"/>
            <a:ext cx="8409200" cy="1259600"/>
            <a:chOff x="0" y="0"/>
            <a:chExt cx="11212267" cy="1679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1717" y="21717"/>
              <a:ext cx="11168761" cy="1636014"/>
            </a:xfrm>
            <a:custGeom>
              <a:avLst/>
              <a:gdLst/>
              <a:ahLst/>
              <a:cxnLst/>
              <a:rect r="r" b="b" t="t" l="l"/>
              <a:pathLst>
                <a:path h="1636014" w="11168761">
                  <a:moveTo>
                    <a:pt x="0" y="0"/>
                  </a:moveTo>
                  <a:lnTo>
                    <a:pt x="11168761" y="0"/>
                  </a:lnTo>
                  <a:lnTo>
                    <a:pt x="11168761" y="1636014"/>
                  </a:lnTo>
                  <a:lnTo>
                    <a:pt x="0" y="1636014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2195" cy="1679448"/>
            </a:xfrm>
            <a:custGeom>
              <a:avLst/>
              <a:gdLst/>
              <a:ahLst/>
              <a:cxnLst/>
              <a:rect r="r" b="b" t="t" l="l"/>
              <a:pathLst>
                <a:path h="1679448" w="11212195">
                  <a:moveTo>
                    <a:pt x="21717" y="0"/>
                  </a:moveTo>
                  <a:lnTo>
                    <a:pt x="11190478" y="0"/>
                  </a:lnTo>
                  <a:cubicBezTo>
                    <a:pt x="11202543" y="0"/>
                    <a:pt x="11212195" y="9779"/>
                    <a:pt x="11212195" y="21717"/>
                  </a:cubicBezTo>
                  <a:lnTo>
                    <a:pt x="11212195" y="1657731"/>
                  </a:lnTo>
                  <a:cubicBezTo>
                    <a:pt x="11212195" y="1669796"/>
                    <a:pt x="11202416" y="1679448"/>
                    <a:pt x="11190478" y="1679448"/>
                  </a:cubicBezTo>
                  <a:lnTo>
                    <a:pt x="21717" y="1679448"/>
                  </a:lnTo>
                  <a:cubicBezTo>
                    <a:pt x="9652" y="1679448"/>
                    <a:pt x="0" y="1669669"/>
                    <a:pt x="0" y="1657731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1657731"/>
                  </a:lnTo>
                  <a:lnTo>
                    <a:pt x="21717" y="1657731"/>
                  </a:lnTo>
                  <a:lnTo>
                    <a:pt x="21717" y="1636014"/>
                  </a:lnTo>
                  <a:lnTo>
                    <a:pt x="11190478" y="1636014"/>
                  </a:lnTo>
                  <a:lnTo>
                    <a:pt x="11190478" y="1657731"/>
                  </a:lnTo>
                  <a:lnTo>
                    <a:pt x="11168761" y="1657731"/>
                  </a:lnTo>
                  <a:lnTo>
                    <a:pt x="11168761" y="21717"/>
                  </a:lnTo>
                  <a:lnTo>
                    <a:pt x="11190478" y="21717"/>
                  </a:lnTo>
                  <a:lnTo>
                    <a:pt x="11190478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212267" cy="1698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45"/>
                </a:lnSpc>
              </a:pPr>
              <a:r>
                <a:rPr lang="en-US" sz="47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 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82275" y="8449925"/>
            <a:ext cx="1221450" cy="632250"/>
            <a:chOff x="0" y="0"/>
            <a:chExt cx="1628600" cy="84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1603248" cy="817626"/>
            </a:xfrm>
            <a:custGeom>
              <a:avLst/>
              <a:gdLst/>
              <a:ahLst/>
              <a:cxnLst/>
              <a:rect r="r" b="b" t="t" l="l"/>
              <a:pathLst>
                <a:path h="817626" w="1603248">
                  <a:moveTo>
                    <a:pt x="0" y="0"/>
                  </a:moveTo>
                  <a:lnTo>
                    <a:pt x="1603248" y="0"/>
                  </a:lnTo>
                  <a:lnTo>
                    <a:pt x="1603248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648" cy="843026"/>
            </a:xfrm>
            <a:custGeom>
              <a:avLst/>
              <a:gdLst/>
              <a:ahLst/>
              <a:cxnLst/>
              <a:rect r="r" b="b" t="t" l="l"/>
              <a:pathLst>
                <a:path h="843026" w="1628648">
                  <a:moveTo>
                    <a:pt x="12700" y="0"/>
                  </a:moveTo>
                  <a:lnTo>
                    <a:pt x="1615948" y="0"/>
                  </a:lnTo>
                  <a:cubicBezTo>
                    <a:pt x="1622933" y="0"/>
                    <a:pt x="1628648" y="5715"/>
                    <a:pt x="1628648" y="12700"/>
                  </a:cubicBezTo>
                  <a:lnTo>
                    <a:pt x="1628648" y="830326"/>
                  </a:lnTo>
                  <a:cubicBezTo>
                    <a:pt x="1628648" y="837311"/>
                    <a:pt x="1622933" y="843026"/>
                    <a:pt x="1615948" y="843026"/>
                  </a:cubicBezTo>
                  <a:lnTo>
                    <a:pt x="12700" y="843026"/>
                  </a:lnTo>
                  <a:cubicBezTo>
                    <a:pt x="5715" y="843026"/>
                    <a:pt x="0" y="837311"/>
                    <a:pt x="0" y="83032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30326"/>
                  </a:lnTo>
                  <a:lnTo>
                    <a:pt x="12700" y="830326"/>
                  </a:lnTo>
                  <a:lnTo>
                    <a:pt x="12700" y="817626"/>
                  </a:lnTo>
                  <a:lnTo>
                    <a:pt x="1615948" y="817626"/>
                  </a:lnTo>
                  <a:lnTo>
                    <a:pt x="1615948" y="830326"/>
                  </a:lnTo>
                  <a:lnTo>
                    <a:pt x="1603248" y="830326"/>
                  </a:lnTo>
                  <a:lnTo>
                    <a:pt x="1603248" y="12700"/>
                  </a:lnTo>
                  <a:lnTo>
                    <a:pt x="1615948" y="12700"/>
                  </a:lnTo>
                  <a:lnTo>
                    <a:pt x="161594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28600" cy="8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867425" y="1522725"/>
            <a:ext cx="2553150" cy="88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987876" y="5497350"/>
            <a:ext cx="780200" cy="645800"/>
            <a:chOff x="0" y="0"/>
            <a:chExt cx="1040267" cy="8610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1717" y="21717"/>
              <a:ext cx="996823" cy="817626"/>
            </a:xfrm>
            <a:custGeom>
              <a:avLst/>
              <a:gdLst/>
              <a:ahLst/>
              <a:cxnLst/>
              <a:rect r="r" b="b" t="t" l="l"/>
              <a:pathLst>
                <a:path h="817626" w="996823">
                  <a:moveTo>
                    <a:pt x="0" y="0"/>
                  </a:moveTo>
                  <a:lnTo>
                    <a:pt x="996823" y="0"/>
                  </a:lnTo>
                  <a:lnTo>
                    <a:pt x="996823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0257" cy="861060"/>
            </a:xfrm>
            <a:custGeom>
              <a:avLst/>
              <a:gdLst/>
              <a:ahLst/>
              <a:cxnLst/>
              <a:rect r="r" b="b" t="t" l="l"/>
              <a:pathLst>
                <a:path h="861060" w="1040257">
                  <a:moveTo>
                    <a:pt x="21717" y="0"/>
                  </a:moveTo>
                  <a:lnTo>
                    <a:pt x="1018540" y="0"/>
                  </a:lnTo>
                  <a:cubicBezTo>
                    <a:pt x="1030605" y="0"/>
                    <a:pt x="1040257" y="9779"/>
                    <a:pt x="1040257" y="21717"/>
                  </a:cubicBezTo>
                  <a:lnTo>
                    <a:pt x="1040257" y="839343"/>
                  </a:lnTo>
                  <a:cubicBezTo>
                    <a:pt x="1040257" y="851408"/>
                    <a:pt x="1030478" y="861060"/>
                    <a:pt x="1018540" y="861060"/>
                  </a:cubicBezTo>
                  <a:lnTo>
                    <a:pt x="21717" y="861060"/>
                  </a:lnTo>
                  <a:cubicBezTo>
                    <a:pt x="9779" y="861060"/>
                    <a:pt x="0" y="851281"/>
                    <a:pt x="0" y="839343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839343"/>
                  </a:lnTo>
                  <a:lnTo>
                    <a:pt x="21717" y="839343"/>
                  </a:lnTo>
                  <a:lnTo>
                    <a:pt x="21717" y="817626"/>
                  </a:lnTo>
                  <a:lnTo>
                    <a:pt x="1018540" y="817626"/>
                  </a:lnTo>
                  <a:lnTo>
                    <a:pt x="1018540" y="839343"/>
                  </a:lnTo>
                  <a:lnTo>
                    <a:pt x="996823" y="839343"/>
                  </a:lnTo>
                  <a:lnTo>
                    <a:pt x="996823" y="21717"/>
                  </a:lnTo>
                  <a:lnTo>
                    <a:pt x="1018540" y="21717"/>
                  </a:lnTo>
                  <a:lnTo>
                    <a:pt x="1018540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40267" cy="88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✔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987876" y="6220800"/>
            <a:ext cx="780200" cy="645800"/>
            <a:chOff x="0" y="0"/>
            <a:chExt cx="1040267" cy="8610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1717" y="21717"/>
              <a:ext cx="996823" cy="817626"/>
            </a:xfrm>
            <a:custGeom>
              <a:avLst/>
              <a:gdLst/>
              <a:ahLst/>
              <a:cxnLst/>
              <a:rect r="r" b="b" t="t" l="l"/>
              <a:pathLst>
                <a:path h="817626" w="996823">
                  <a:moveTo>
                    <a:pt x="0" y="0"/>
                  </a:moveTo>
                  <a:lnTo>
                    <a:pt x="996823" y="0"/>
                  </a:lnTo>
                  <a:lnTo>
                    <a:pt x="996823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0257" cy="861060"/>
            </a:xfrm>
            <a:custGeom>
              <a:avLst/>
              <a:gdLst/>
              <a:ahLst/>
              <a:cxnLst/>
              <a:rect r="r" b="b" t="t" l="l"/>
              <a:pathLst>
                <a:path h="861060" w="1040257">
                  <a:moveTo>
                    <a:pt x="21717" y="0"/>
                  </a:moveTo>
                  <a:lnTo>
                    <a:pt x="1018540" y="0"/>
                  </a:lnTo>
                  <a:cubicBezTo>
                    <a:pt x="1030605" y="0"/>
                    <a:pt x="1040257" y="9779"/>
                    <a:pt x="1040257" y="21717"/>
                  </a:cubicBezTo>
                  <a:lnTo>
                    <a:pt x="1040257" y="839343"/>
                  </a:lnTo>
                  <a:cubicBezTo>
                    <a:pt x="1040257" y="851408"/>
                    <a:pt x="1030478" y="861060"/>
                    <a:pt x="1018540" y="861060"/>
                  </a:cubicBezTo>
                  <a:lnTo>
                    <a:pt x="21717" y="861060"/>
                  </a:lnTo>
                  <a:cubicBezTo>
                    <a:pt x="9779" y="861060"/>
                    <a:pt x="0" y="851281"/>
                    <a:pt x="0" y="839343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839343"/>
                  </a:lnTo>
                  <a:lnTo>
                    <a:pt x="21717" y="839343"/>
                  </a:lnTo>
                  <a:lnTo>
                    <a:pt x="21717" y="817626"/>
                  </a:lnTo>
                  <a:lnTo>
                    <a:pt x="1018540" y="817626"/>
                  </a:lnTo>
                  <a:lnTo>
                    <a:pt x="1018540" y="839343"/>
                  </a:lnTo>
                  <a:lnTo>
                    <a:pt x="996823" y="839343"/>
                  </a:lnTo>
                  <a:lnTo>
                    <a:pt x="996823" y="21717"/>
                  </a:lnTo>
                  <a:lnTo>
                    <a:pt x="1018540" y="21717"/>
                  </a:lnTo>
                  <a:lnTo>
                    <a:pt x="1018540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887326" y="5497350"/>
            <a:ext cx="5412800" cy="645800"/>
            <a:chOff x="0" y="0"/>
            <a:chExt cx="7217067" cy="8610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1717" y="21717"/>
              <a:ext cx="7173595" cy="817626"/>
            </a:xfrm>
            <a:custGeom>
              <a:avLst/>
              <a:gdLst/>
              <a:ahLst/>
              <a:cxnLst/>
              <a:rect r="r" b="b" t="t" l="l"/>
              <a:pathLst>
                <a:path h="817626" w="7173595">
                  <a:moveTo>
                    <a:pt x="0" y="0"/>
                  </a:moveTo>
                  <a:lnTo>
                    <a:pt x="7173595" y="0"/>
                  </a:lnTo>
                  <a:lnTo>
                    <a:pt x="7173595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17029" cy="861060"/>
            </a:xfrm>
            <a:custGeom>
              <a:avLst/>
              <a:gdLst/>
              <a:ahLst/>
              <a:cxnLst/>
              <a:rect r="r" b="b" t="t" l="l"/>
              <a:pathLst>
                <a:path h="861060" w="7217029">
                  <a:moveTo>
                    <a:pt x="21717" y="0"/>
                  </a:moveTo>
                  <a:lnTo>
                    <a:pt x="7195312" y="0"/>
                  </a:lnTo>
                  <a:cubicBezTo>
                    <a:pt x="7207377" y="0"/>
                    <a:pt x="7217029" y="9779"/>
                    <a:pt x="7217029" y="21717"/>
                  </a:cubicBezTo>
                  <a:lnTo>
                    <a:pt x="7217029" y="839343"/>
                  </a:lnTo>
                  <a:cubicBezTo>
                    <a:pt x="7217029" y="851408"/>
                    <a:pt x="7207250" y="861060"/>
                    <a:pt x="7195312" y="861060"/>
                  </a:cubicBezTo>
                  <a:lnTo>
                    <a:pt x="21717" y="861060"/>
                  </a:lnTo>
                  <a:cubicBezTo>
                    <a:pt x="9779" y="861060"/>
                    <a:pt x="0" y="851281"/>
                    <a:pt x="0" y="839343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839343"/>
                  </a:lnTo>
                  <a:lnTo>
                    <a:pt x="21717" y="839343"/>
                  </a:lnTo>
                  <a:lnTo>
                    <a:pt x="21717" y="817626"/>
                  </a:lnTo>
                  <a:lnTo>
                    <a:pt x="7195312" y="817626"/>
                  </a:lnTo>
                  <a:lnTo>
                    <a:pt x="7195312" y="839343"/>
                  </a:lnTo>
                  <a:lnTo>
                    <a:pt x="7173595" y="839343"/>
                  </a:lnTo>
                  <a:lnTo>
                    <a:pt x="7173595" y="21717"/>
                  </a:lnTo>
                  <a:lnTo>
                    <a:pt x="7195312" y="21717"/>
                  </a:lnTo>
                  <a:lnTo>
                    <a:pt x="7195312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217067" cy="88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Example 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87326" y="6220800"/>
            <a:ext cx="5412800" cy="645800"/>
            <a:chOff x="0" y="0"/>
            <a:chExt cx="7217067" cy="8610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1717" y="21717"/>
              <a:ext cx="7173595" cy="817626"/>
            </a:xfrm>
            <a:custGeom>
              <a:avLst/>
              <a:gdLst/>
              <a:ahLst/>
              <a:cxnLst/>
              <a:rect r="r" b="b" t="t" l="l"/>
              <a:pathLst>
                <a:path h="817626" w="7173595">
                  <a:moveTo>
                    <a:pt x="0" y="0"/>
                  </a:moveTo>
                  <a:lnTo>
                    <a:pt x="7173595" y="0"/>
                  </a:lnTo>
                  <a:lnTo>
                    <a:pt x="7173595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17029" cy="861060"/>
            </a:xfrm>
            <a:custGeom>
              <a:avLst/>
              <a:gdLst/>
              <a:ahLst/>
              <a:cxnLst/>
              <a:rect r="r" b="b" t="t" l="l"/>
              <a:pathLst>
                <a:path h="861060" w="7217029">
                  <a:moveTo>
                    <a:pt x="21717" y="0"/>
                  </a:moveTo>
                  <a:lnTo>
                    <a:pt x="7195312" y="0"/>
                  </a:lnTo>
                  <a:cubicBezTo>
                    <a:pt x="7207377" y="0"/>
                    <a:pt x="7217029" y="9779"/>
                    <a:pt x="7217029" y="21717"/>
                  </a:cubicBezTo>
                  <a:lnTo>
                    <a:pt x="7217029" y="839343"/>
                  </a:lnTo>
                  <a:cubicBezTo>
                    <a:pt x="7217029" y="851408"/>
                    <a:pt x="7207250" y="861060"/>
                    <a:pt x="7195312" y="861060"/>
                  </a:cubicBezTo>
                  <a:lnTo>
                    <a:pt x="21717" y="861060"/>
                  </a:lnTo>
                  <a:cubicBezTo>
                    <a:pt x="9779" y="861060"/>
                    <a:pt x="0" y="851281"/>
                    <a:pt x="0" y="839343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839343"/>
                  </a:lnTo>
                  <a:lnTo>
                    <a:pt x="21717" y="839343"/>
                  </a:lnTo>
                  <a:lnTo>
                    <a:pt x="21717" y="817626"/>
                  </a:lnTo>
                  <a:lnTo>
                    <a:pt x="7195312" y="817626"/>
                  </a:lnTo>
                  <a:lnTo>
                    <a:pt x="7195312" y="839343"/>
                  </a:lnTo>
                  <a:lnTo>
                    <a:pt x="7173595" y="839343"/>
                  </a:lnTo>
                  <a:lnTo>
                    <a:pt x="7173595" y="21717"/>
                  </a:lnTo>
                  <a:lnTo>
                    <a:pt x="7195312" y="21717"/>
                  </a:lnTo>
                  <a:lnTo>
                    <a:pt x="7195312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217067" cy="88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Example 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87326" y="6944250"/>
            <a:ext cx="5412800" cy="645800"/>
            <a:chOff x="0" y="0"/>
            <a:chExt cx="7217067" cy="8610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1717" y="21717"/>
              <a:ext cx="7173595" cy="817626"/>
            </a:xfrm>
            <a:custGeom>
              <a:avLst/>
              <a:gdLst/>
              <a:ahLst/>
              <a:cxnLst/>
              <a:rect r="r" b="b" t="t" l="l"/>
              <a:pathLst>
                <a:path h="817626" w="7173595">
                  <a:moveTo>
                    <a:pt x="0" y="0"/>
                  </a:moveTo>
                  <a:lnTo>
                    <a:pt x="7173595" y="0"/>
                  </a:lnTo>
                  <a:lnTo>
                    <a:pt x="7173595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17029" cy="861060"/>
            </a:xfrm>
            <a:custGeom>
              <a:avLst/>
              <a:gdLst/>
              <a:ahLst/>
              <a:cxnLst/>
              <a:rect r="r" b="b" t="t" l="l"/>
              <a:pathLst>
                <a:path h="861060" w="7217029">
                  <a:moveTo>
                    <a:pt x="21717" y="0"/>
                  </a:moveTo>
                  <a:lnTo>
                    <a:pt x="7195312" y="0"/>
                  </a:lnTo>
                  <a:cubicBezTo>
                    <a:pt x="7207377" y="0"/>
                    <a:pt x="7217029" y="9779"/>
                    <a:pt x="7217029" y="21717"/>
                  </a:cubicBezTo>
                  <a:lnTo>
                    <a:pt x="7217029" y="839343"/>
                  </a:lnTo>
                  <a:cubicBezTo>
                    <a:pt x="7217029" y="851408"/>
                    <a:pt x="7207250" y="861060"/>
                    <a:pt x="7195312" y="861060"/>
                  </a:cubicBezTo>
                  <a:lnTo>
                    <a:pt x="21717" y="861060"/>
                  </a:lnTo>
                  <a:cubicBezTo>
                    <a:pt x="9779" y="861060"/>
                    <a:pt x="0" y="851281"/>
                    <a:pt x="0" y="839343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839343"/>
                  </a:lnTo>
                  <a:lnTo>
                    <a:pt x="21717" y="839343"/>
                  </a:lnTo>
                  <a:lnTo>
                    <a:pt x="21717" y="817626"/>
                  </a:lnTo>
                  <a:lnTo>
                    <a:pt x="7195312" y="817626"/>
                  </a:lnTo>
                  <a:lnTo>
                    <a:pt x="7195312" y="839343"/>
                  </a:lnTo>
                  <a:lnTo>
                    <a:pt x="7173595" y="839343"/>
                  </a:lnTo>
                  <a:lnTo>
                    <a:pt x="7173595" y="21717"/>
                  </a:lnTo>
                  <a:lnTo>
                    <a:pt x="7195312" y="21717"/>
                  </a:lnTo>
                  <a:lnTo>
                    <a:pt x="7195312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7217067" cy="88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Example 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987876" y="6944250"/>
            <a:ext cx="780200" cy="645800"/>
            <a:chOff x="0" y="0"/>
            <a:chExt cx="1040267" cy="86106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1717" y="21717"/>
              <a:ext cx="996823" cy="817626"/>
            </a:xfrm>
            <a:custGeom>
              <a:avLst/>
              <a:gdLst/>
              <a:ahLst/>
              <a:cxnLst/>
              <a:rect r="r" b="b" t="t" l="l"/>
              <a:pathLst>
                <a:path h="817626" w="996823">
                  <a:moveTo>
                    <a:pt x="0" y="0"/>
                  </a:moveTo>
                  <a:lnTo>
                    <a:pt x="996823" y="0"/>
                  </a:lnTo>
                  <a:lnTo>
                    <a:pt x="996823" y="817626"/>
                  </a:lnTo>
                  <a:lnTo>
                    <a:pt x="0" y="817626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0257" cy="861060"/>
            </a:xfrm>
            <a:custGeom>
              <a:avLst/>
              <a:gdLst/>
              <a:ahLst/>
              <a:cxnLst/>
              <a:rect r="r" b="b" t="t" l="l"/>
              <a:pathLst>
                <a:path h="861060" w="1040257">
                  <a:moveTo>
                    <a:pt x="21717" y="0"/>
                  </a:moveTo>
                  <a:lnTo>
                    <a:pt x="1018540" y="0"/>
                  </a:lnTo>
                  <a:cubicBezTo>
                    <a:pt x="1030605" y="0"/>
                    <a:pt x="1040257" y="9779"/>
                    <a:pt x="1040257" y="21717"/>
                  </a:cubicBezTo>
                  <a:lnTo>
                    <a:pt x="1040257" y="839343"/>
                  </a:lnTo>
                  <a:cubicBezTo>
                    <a:pt x="1040257" y="851408"/>
                    <a:pt x="1030478" y="861060"/>
                    <a:pt x="1018540" y="861060"/>
                  </a:cubicBezTo>
                  <a:lnTo>
                    <a:pt x="21717" y="861060"/>
                  </a:lnTo>
                  <a:cubicBezTo>
                    <a:pt x="9779" y="861060"/>
                    <a:pt x="0" y="851281"/>
                    <a:pt x="0" y="839343"/>
                  </a:cubicBezTo>
                  <a:lnTo>
                    <a:pt x="0" y="21717"/>
                  </a:lnTo>
                  <a:cubicBezTo>
                    <a:pt x="0" y="9779"/>
                    <a:pt x="9779" y="0"/>
                    <a:pt x="21717" y="0"/>
                  </a:cubicBezTo>
                  <a:moveTo>
                    <a:pt x="21717" y="43434"/>
                  </a:moveTo>
                  <a:lnTo>
                    <a:pt x="21717" y="21717"/>
                  </a:lnTo>
                  <a:lnTo>
                    <a:pt x="43434" y="21717"/>
                  </a:lnTo>
                  <a:lnTo>
                    <a:pt x="43434" y="839343"/>
                  </a:lnTo>
                  <a:lnTo>
                    <a:pt x="21717" y="839343"/>
                  </a:lnTo>
                  <a:lnTo>
                    <a:pt x="21717" y="817626"/>
                  </a:lnTo>
                  <a:lnTo>
                    <a:pt x="1018540" y="817626"/>
                  </a:lnTo>
                  <a:lnTo>
                    <a:pt x="1018540" y="839343"/>
                  </a:lnTo>
                  <a:lnTo>
                    <a:pt x="996823" y="839343"/>
                  </a:lnTo>
                  <a:lnTo>
                    <a:pt x="996823" y="21717"/>
                  </a:lnTo>
                  <a:lnTo>
                    <a:pt x="1018540" y="21717"/>
                  </a:lnTo>
                  <a:lnTo>
                    <a:pt x="1018540" y="43434"/>
                  </a:lnTo>
                  <a:lnTo>
                    <a:pt x="21717" y="43434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040267" cy="88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✔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033075" y="9397650"/>
            <a:ext cx="1918350" cy="65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By: Seth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684275" y="8441567"/>
            <a:ext cx="1221450" cy="648965"/>
            <a:chOff x="0" y="0"/>
            <a:chExt cx="1628600" cy="86528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700" y="13036"/>
              <a:ext cx="1603248" cy="839242"/>
            </a:xfrm>
            <a:custGeom>
              <a:avLst/>
              <a:gdLst/>
              <a:ahLst/>
              <a:cxnLst/>
              <a:rect r="r" b="b" t="t" l="l"/>
              <a:pathLst>
                <a:path h="839242" w="1603248">
                  <a:moveTo>
                    <a:pt x="0" y="0"/>
                  </a:moveTo>
                  <a:lnTo>
                    <a:pt x="1603248" y="0"/>
                  </a:lnTo>
                  <a:lnTo>
                    <a:pt x="1603248" y="839242"/>
                  </a:lnTo>
                  <a:lnTo>
                    <a:pt x="0" y="839242"/>
                  </a:lnTo>
                  <a:close/>
                </a:path>
              </a:pathLst>
            </a:custGeom>
            <a:solidFill>
              <a:srgbClr val="DC95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28648" cy="865313"/>
            </a:xfrm>
            <a:custGeom>
              <a:avLst/>
              <a:gdLst/>
              <a:ahLst/>
              <a:cxnLst/>
              <a:rect r="r" b="b" t="t" l="l"/>
              <a:pathLst>
                <a:path h="865313" w="1628648">
                  <a:moveTo>
                    <a:pt x="12700" y="0"/>
                  </a:moveTo>
                  <a:lnTo>
                    <a:pt x="1615948" y="0"/>
                  </a:lnTo>
                  <a:cubicBezTo>
                    <a:pt x="1622933" y="0"/>
                    <a:pt x="1628648" y="5866"/>
                    <a:pt x="1628648" y="13036"/>
                  </a:cubicBezTo>
                  <a:lnTo>
                    <a:pt x="1628648" y="852278"/>
                  </a:lnTo>
                  <a:cubicBezTo>
                    <a:pt x="1628648" y="859447"/>
                    <a:pt x="1622933" y="865313"/>
                    <a:pt x="1615948" y="865313"/>
                  </a:cubicBezTo>
                  <a:lnTo>
                    <a:pt x="12700" y="865313"/>
                  </a:lnTo>
                  <a:cubicBezTo>
                    <a:pt x="5715" y="865313"/>
                    <a:pt x="0" y="859447"/>
                    <a:pt x="0" y="852278"/>
                  </a:cubicBezTo>
                  <a:lnTo>
                    <a:pt x="0" y="13036"/>
                  </a:lnTo>
                  <a:cubicBezTo>
                    <a:pt x="0" y="5866"/>
                    <a:pt x="5715" y="0"/>
                    <a:pt x="12700" y="0"/>
                  </a:cubicBezTo>
                  <a:moveTo>
                    <a:pt x="12700" y="26072"/>
                  </a:moveTo>
                  <a:lnTo>
                    <a:pt x="12700" y="13036"/>
                  </a:lnTo>
                  <a:lnTo>
                    <a:pt x="25400" y="13036"/>
                  </a:lnTo>
                  <a:lnTo>
                    <a:pt x="25400" y="852278"/>
                  </a:lnTo>
                  <a:lnTo>
                    <a:pt x="12700" y="852278"/>
                  </a:lnTo>
                  <a:lnTo>
                    <a:pt x="12700" y="839242"/>
                  </a:lnTo>
                  <a:lnTo>
                    <a:pt x="1615948" y="839242"/>
                  </a:lnTo>
                  <a:lnTo>
                    <a:pt x="1615948" y="852278"/>
                  </a:lnTo>
                  <a:lnTo>
                    <a:pt x="1603248" y="852278"/>
                  </a:lnTo>
                  <a:lnTo>
                    <a:pt x="1603248" y="13036"/>
                  </a:lnTo>
                  <a:lnTo>
                    <a:pt x="1615948" y="13036"/>
                  </a:lnTo>
                  <a:lnTo>
                    <a:pt x="1615948" y="26072"/>
                  </a:lnTo>
                  <a:lnTo>
                    <a:pt x="12700" y="26072"/>
                  </a:lnTo>
                  <a:close/>
                </a:path>
              </a:pathLst>
            </a:custGeom>
            <a:solidFill>
              <a:srgbClr val="595959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628600" cy="884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Back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DAG7ffN-d8A</dc:identifier>
  <dcterms:modified xsi:type="dcterms:W3CDTF">2011-08-01T06:04:30Z</dcterms:modified>
  <cp:revision>1</cp:revision>
  <dc:title>ITApp_Proposal_Slides.pptx</dc:title>
</cp:coreProperties>
</file>